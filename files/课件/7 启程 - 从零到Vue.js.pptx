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notesMasterIdLst>
    <p:notesMasterId r:id="rId6"/>
  </p:notesMasterIdLst>
  <p:sldIdLst>
    <p:sldId id="275" r:id="rId4"/>
    <p:sldId id="313" r:id="rId5"/>
    <p:sldId id="348" r:id="rId7"/>
    <p:sldId id="322" r:id="rId8"/>
    <p:sldId id="358" r:id="rId9"/>
    <p:sldId id="359" r:id="rId10"/>
  </p:sldIdLst>
  <p:sldSz cx="9144000" cy="5143500" type="screen16x9"/>
  <p:notesSz cx="6858000" cy="9144000"/>
  <p:custDataLst>
    <p:tags r:id="rId14"/>
  </p:custDataLst>
  <p:kinsoku lang="zh-CN" invalStChars="!%),.:;?]}¨·ˇˉ་―‖’”…‰∶、。〃々〉》」』】〕〗！＂＇％），．：；？］｀｜｝～￠" invalEndChars="([{·‘“〈《「『【〔〖（．［｛￡￥"/>
  <p:defaultTextStyle>
    <a:defPPr>
      <a:defRPr lang="zh-CN"/>
    </a:defPPr>
    <a:lvl1pPr algn="l" defTabSz="914400" eaLnBrk="0" fontAlgn="base" hangingPunct="0">
      <a:spcBef>
        <a:spcPts val="0"/>
      </a:spcBef>
      <a:spcAft>
        <a:spcPts val="0"/>
      </a:spcAft>
      <a:buNone/>
      <a:defRPr sz="1800" kern="1200">
        <a:solidFill>
          <a:schemeClr val="tx1"/>
        </a:solidFill>
        <a:latin typeface="Calibri" panose="020F0502020204030204" pitchFamily="34" charset="0"/>
        <a:ea typeface="宋体" panose="02010600030101010101" pitchFamily="2" charset="-122"/>
        <a:cs typeface="Times New Roman" panose="02020603050405020304" charset="0"/>
      </a:defRPr>
    </a:lvl1pPr>
    <a:lvl2pPr marL="457200" indent="0" algn="l" defTabSz="914400" eaLnBrk="0" fontAlgn="base" hangingPunct="0">
      <a:spcBef>
        <a:spcPts val="0"/>
      </a:spcBef>
      <a:spcAft>
        <a:spcPts val="0"/>
      </a:spcAft>
      <a:buNone/>
      <a:defRPr sz="1800" kern="1200">
        <a:solidFill>
          <a:schemeClr val="tx1"/>
        </a:solidFill>
        <a:latin typeface="Calibri" panose="020F0502020204030204" pitchFamily="34" charset="0"/>
        <a:ea typeface="宋体" panose="02010600030101010101" pitchFamily="2" charset="-122"/>
        <a:cs typeface="Times New Roman" panose="02020603050405020304" charset="0"/>
      </a:defRPr>
    </a:lvl2pPr>
    <a:lvl3pPr marL="914400" indent="0" algn="l" defTabSz="914400" eaLnBrk="0" fontAlgn="base" hangingPunct="0">
      <a:spcBef>
        <a:spcPts val="0"/>
      </a:spcBef>
      <a:spcAft>
        <a:spcPts val="0"/>
      </a:spcAft>
      <a:buNone/>
      <a:defRPr sz="1800" kern="1200">
        <a:solidFill>
          <a:schemeClr val="tx1"/>
        </a:solidFill>
        <a:latin typeface="Calibri" panose="020F0502020204030204" pitchFamily="34" charset="0"/>
        <a:ea typeface="宋体" panose="02010600030101010101" pitchFamily="2" charset="-122"/>
        <a:cs typeface="Times New Roman" panose="02020603050405020304" charset="0"/>
      </a:defRPr>
    </a:lvl3pPr>
    <a:lvl4pPr marL="1371600" indent="0" algn="l" defTabSz="914400" eaLnBrk="0" fontAlgn="base" hangingPunct="0">
      <a:spcBef>
        <a:spcPts val="0"/>
      </a:spcBef>
      <a:spcAft>
        <a:spcPts val="0"/>
      </a:spcAft>
      <a:buNone/>
      <a:defRPr sz="1800" kern="1200">
        <a:solidFill>
          <a:schemeClr val="tx1"/>
        </a:solidFill>
        <a:latin typeface="Calibri" panose="020F0502020204030204" pitchFamily="34" charset="0"/>
        <a:ea typeface="宋体" panose="02010600030101010101" pitchFamily="2" charset="-122"/>
        <a:cs typeface="Times New Roman" panose="02020603050405020304" charset="0"/>
      </a:defRPr>
    </a:lvl4pPr>
    <a:lvl5pPr marL="1828800" indent="0" algn="l" defTabSz="914400" eaLnBrk="0" fontAlgn="base" hangingPunct="0">
      <a:spcBef>
        <a:spcPts val="0"/>
      </a:spcBef>
      <a:spcAft>
        <a:spcPts val="0"/>
      </a:spcAft>
      <a:buNone/>
      <a:defRPr sz="1800" kern="1200">
        <a:solidFill>
          <a:schemeClr val="tx1"/>
        </a:solidFill>
        <a:latin typeface="Calibri" panose="020F0502020204030204" pitchFamily="34" charset="0"/>
        <a:ea typeface="宋体" panose="02010600030101010101" pitchFamily="2" charset="-122"/>
        <a:cs typeface="Times New Roman" panose="02020603050405020304" charset="0"/>
      </a:defRPr>
    </a:lvl5pPr>
    <a:lvl6pPr marL="2286000" indent="0" algn="l" defTabSz="914400" eaLnBrk="1" fontAlgn="auto" latinLnBrk="0" hangingPunct="1">
      <a:buNone/>
      <a:defRPr sz="1800" kern="1200">
        <a:solidFill>
          <a:schemeClr val="tx1"/>
        </a:solidFill>
        <a:latin typeface="Calibri" panose="020F0502020204030204" pitchFamily="34" charset="0"/>
        <a:ea typeface="宋体" panose="02010600030101010101" pitchFamily="2" charset="-122"/>
        <a:cs typeface="Times New Roman" panose="02020603050405020304" charset="0"/>
      </a:defRPr>
    </a:lvl6pPr>
    <a:lvl7pPr marL="2743200" indent="0" algn="l" defTabSz="914400" eaLnBrk="1" fontAlgn="auto" latinLnBrk="0" hangingPunct="1">
      <a:buNone/>
      <a:defRPr sz="1800" kern="1200">
        <a:solidFill>
          <a:schemeClr val="tx1"/>
        </a:solidFill>
        <a:latin typeface="Calibri" panose="020F0502020204030204" pitchFamily="34" charset="0"/>
        <a:ea typeface="宋体" panose="02010600030101010101" pitchFamily="2" charset="-122"/>
        <a:cs typeface="Times New Roman" panose="02020603050405020304" charset="0"/>
      </a:defRPr>
    </a:lvl7pPr>
    <a:lvl8pPr marL="3200400" indent="0" algn="l" defTabSz="914400" eaLnBrk="1" fontAlgn="auto" latinLnBrk="0" hangingPunct="1">
      <a:buNone/>
      <a:defRPr sz="1800" kern="1200">
        <a:solidFill>
          <a:schemeClr val="tx1"/>
        </a:solidFill>
        <a:latin typeface="Calibri" panose="020F0502020204030204" pitchFamily="34" charset="0"/>
        <a:ea typeface="宋体" panose="02010600030101010101" pitchFamily="2" charset="-122"/>
        <a:cs typeface="Times New Roman" panose="02020603050405020304" charset="0"/>
      </a:defRPr>
    </a:lvl8pPr>
    <a:lvl9pPr marL="3200400" indent="0" algn="l" defTabSz="914400" eaLnBrk="1" fontAlgn="auto" latinLnBrk="0" hangingPunct="1">
      <a:buNone/>
      <a:defRPr sz="1800" kern="1200">
        <a:solidFill>
          <a:schemeClr val="tx1"/>
        </a:solidFill>
        <a:latin typeface="Calibri" panose="020F0502020204030204" pitchFamily="34" charset="0"/>
        <a:ea typeface="宋体" panose="02010600030101010101" pitchFamily="2" charset="-122"/>
        <a:cs typeface="Times New Roman" panose="02020603050405020304" charset="0"/>
      </a:defRPr>
    </a:lvl9pPr>
  </p:defaultTextStyle>
  <p:extLst>
    <p:ext uri="{EFAFB233-063F-42B5-8137-9DF3F51BA10A}">
      <p15:sldGuideLst xmlns:p15="http://schemas.microsoft.com/office/powerpoint/2012/main">
        <p15:guide id="1" orient="horz" pos="712" userDrawn="1">
          <p15:clr>
            <a:srgbClr val="A4A3A4"/>
          </p15:clr>
        </p15:guide>
        <p15:guide id="2" pos="2880" userDrawn="1">
          <p15:clr>
            <a:srgbClr val="A4A3A4"/>
          </p15:clr>
        </p15:guide>
        <p15:guide id="3" orient="horz" pos="1610" userDrawn="1">
          <p15:clr>
            <a:srgbClr val="A4A3A4"/>
          </p15:clr>
        </p15:guide>
        <p15:guide id="4" pos="612" userDrawn="1">
          <p15:clr>
            <a:srgbClr val="A4A3A4"/>
          </p15:clr>
        </p15:guide>
        <p15:guide id="5" pos="839" userDrawn="1">
          <p15:clr>
            <a:srgbClr val="A4A3A4"/>
          </p15:clr>
        </p15:guide>
        <p15:guide id="6" orient="horz" pos="2686" userDrawn="1">
          <p15:clr>
            <a:srgbClr val="A4A3A4"/>
          </p15:clr>
        </p15:guide>
        <p15:guide id="7" orient="horz" pos="941" userDrawn="1">
          <p15:clr>
            <a:srgbClr val="A4A3A4"/>
          </p15:clr>
        </p15:guide>
        <p15:guide id="8" pos="514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9394A"/>
    <a:srgbClr val="C94251"/>
    <a:srgbClr val="EB0303"/>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668" autoAdjust="0"/>
    <p:restoredTop sz="95788" autoAdjust="0"/>
  </p:normalViewPr>
  <p:slideViewPr>
    <p:cSldViewPr showGuides="1">
      <p:cViewPr varScale="1">
        <p:scale>
          <a:sx n="148" d="100"/>
          <a:sy n="148" d="100"/>
        </p:scale>
        <p:origin x="656" y="176"/>
      </p:cViewPr>
      <p:guideLst>
        <p:guide orient="horz" pos="712"/>
        <p:guide pos="2880"/>
        <p:guide orient="horz" pos="1610"/>
        <p:guide pos="612"/>
        <p:guide pos="839"/>
        <p:guide orient="horz" pos="2686"/>
        <p:guide orient="horz" pos="941"/>
        <p:guide pos="5148"/>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p:cViewPr varScale="1">
        <p:scale>
          <a:sx n="57" d="100"/>
          <a:sy n="57" d="100"/>
        </p:scale>
        <p:origin x="0" y="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4" Type="http://schemas.openxmlformats.org/officeDocument/2006/relationships/tags" Target="tags/tag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文本框"/>
          <p:cNvSpPr>
            <a:spLocks noGrp="1"/>
          </p:cNvSpPr>
          <p:nvPr>
            <p:ph type="sldNum" idx="5"/>
          </p:nvPr>
        </p:nvSpPr>
        <p:spPr>
          <a:xfrm>
            <a:off x="3884613" y="8685213"/>
            <a:ext cx="2971800" cy="457200"/>
          </a:xfrm>
          <a:prstGeom prst="rect">
            <a:avLst/>
          </a:prstGeom>
          <a:noFill/>
          <a:ln w="9525" cap="flat" cmpd="sng">
            <a:noFill/>
            <a:prstDash val="solid"/>
            <a:round/>
          </a:ln>
        </p:spPr>
        <p:txBody>
          <a:bodyPr vert="horz" wrap="square" lIns="91440" tIns="45720" rIns="91440" bIns="45720" anchor="b" anchorCtr="0"/>
          <a:lstStyle/>
          <a:p>
            <a:pPr algn="r"/>
            <a:fld id="{CAD2D6BD-DE1B-4B5F-8B41-2702339687B9}" type="slidenum">
              <a:rPr lang="en-US" altLang="zh-CN" sz="1800" u="none" strike="noStrike" kern="1200" cap="none" spc="0" baseline="0">
                <a:solidFill>
                  <a:schemeClr val="tx1"/>
                </a:solidFill>
                <a:latin typeface="Calibri" panose="020F0502020204030204" pitchFamily="34" charset="0"/>
                <a:ea typeface="宋体" panose="02010600030101010101" pitchFamily="2" charset="-122"/>
                <a:cs typeface="Calibri" panose="020F0502020204030204" pitchFamily="34" charset="0"/>
              </a:rPr>
            </a:fld>
            <a:endParaRPr lang="zh-CN" altLang="en-US" sz="1200">
              <a:latin typeface="Calibri" panose="020F0502020204030204" pitchFamily="34" charset="0"/>
              <a:ea typeface="宋体" panose="02010600030101010101" pitchFamily="2" charset="-122"/>
              <a:cs typeface="Calibri" panose="020F0502020204030204" pitchFamily="34" charset="0"/>
            </a:endParaRPr>
          </a:p>
        </p:txBody>
      </p:sp>
      <p:sp>
        <p:nvSpPr>
          <p:cNvPr id="4" name="文本框"/>
          <p:cNvSpPr>
            <a:spLocks noGrp="1"/>
          </p:cNvSpPr>
          <p:nvPr>
            <p:ph type="hdr"/>
          </p:nvPr>
        </p:nvSpPr>
        <p:spPr>
          <a:xfrm>
            <a:off x="0" y="0"/>
            <a:ext cx="2971799" cy="457200"/>
          </a:xfrm>
          <a:prstGeom prst="rect">
            <a:avLst/>
          </a:prstGeom>
          <a:noFill/>
          <a:ln w="9525" cap="flat" cmpd="sng">
            <a:noFill/>
            <a:prstDash val="solid"/>
            <a:round/>
          </a:ln>
        </p:spPr>
        <p:txBody>
          <a:bodyPr vert="horz" wrap="square" lIns="91440" tIns="45720" rIns="91440" bIns="45720" anchor="t" anchorCtr="0"/>
          <a:lstStyle/>
          <a:p>
            <a:endParaRPr lang="zh-CN" altLang="en-US" sz="1200">
              <a:latin typeface="Calibri" panose="020F0502020204030204" pitchFamily="34" charset="0"/>
              <a:ea typeface="宋体" panose="02010600030101010101" pitchFamily="2" charset="-122"/>
              <a:cs typeface="Calibri" panose="020F0502020204030204" pitchFamily="34" charset="0"/>
            </a:endParaRPr>
          </a:p>
        </p:txBody>
      </p:sp>
      <p:sp>
        <p:nvSpPr>
          <p:cNvPr id="5" name="文本框"/>
          <p:cNvSpPr>
            <a:spLocks noGrp="1"/>
          </p:cNvSpPr>
          <p:nvPr>
            <p:ph type="dt" idx="1"/>
          </p:nvPr>
        </p:nvSpPr>
        <p:spPr>
          <a:xfrm>
            <a:off x="3884613" y="0"/>
            <a:ext cx="2971800" cy="457200"/>
          </a:xfrm>
          <a:prstGeom prst="rect">
            <a:avLst/>
          </a:prstGeom>
          <a:noFill/>
          <a:ln w="9525" cap="flat" cmpd="sng">
            <a:noFill/>
            <a:prstDash val="solid"/>
            <a:round/>
          </a:ln>
        </p:spPr>
        <p:txBody>
          <a:bodyPr vert="horz" wrap="square" lIns="91440" tIns="45720" rIns="91440" bIns="45720" anchor="t" anchorCtr="0"/>
          <a:lstStyle/>
          <a:p>
            <a:pPr algn="r"/>
            <a:fld id="{CAD2D6BD-DE1B-4B5F-8B41-2702339687B9}" type="datetime1">
              <a:rPr lang="zh-CN" altLang="en-US">
                <a:latin typeface="Calibri" panose="020F0502020204030204" pitchFamily="34" charset="0"/>
                <a:ea typeface="宋体" panose="02010600030101010101" pitchFamily="2" charset="-122"/>
                <a:cs typeface="Calibri" panose="020F0502020204030204" pitchFamily="34" charset="0"/>
              </a:rPr>
            </a:fld>
            <a:endParaRPr lang="zh-CN" altLang="en-US" sz="1200">
              <a:latin typeface="Calibri" panose="020F0502020204030204" pitchFamily="34" charset="0"/>
              <a:ea typeface="宋体" panose="02010600030101010101" pitchFamily="2" charset="-122"/>
              <a:cs typeface="Calibri" panose="020F0502020204030204" pitchFamily="34" charset="0"/>
            </a:endParaRPr>
          </a:p>
        </p:txBody>
      </p:sp>
      <p:sp>
        <p:nvSpPr>
          <p:cNvPr id="6" name="对象"/>
          <p:cNvSpPr>
            <a:spLocks noGrp="1" noRot="1" noChangeAspect="1"/>
          </p:cNvSpPr>
          <p:nvPr>
            <p:ph type="sldImg" idx="2"/>
          </p:nvPr>
        </p:nvSpPr>
        <p:spPr>
          <a:xfrm>
            <a:off x="381000" y="685800"/>
            <a:ext cx="6096000" cy="3429000"/>
          </a:xfrm>
          <a:prstGeom prst="rect">
            <a:avLst/>
          </a:prstGeom>
          <a:noFill/>
          <a:ln w="9525" cap="flat" cmpd="sng">
            <a:noFill/>
            <a:prstDash val="solid"/>
            <a:round/>
          </a:ln>
        </p:spPr>
      </p:sp>
      <p:sp>
        <p:nvSpPr>
          <p:cNvPr id="7" name="矩形"/>
          <p:cNvSpPr>
            <a:spLocks noChangeAspect="1"/>
          </p:cNvSpPr>
          <p:nvPr/>
        </p:nvSpPr>
        <p:spPr>
          <a:xfrm>
            <a:off x="685800" y="4343400"/>
            <a:ext cx="5486400" cy="4114800"/>
          </a:xfrm>
          <a:prstGeom prst="rect">
            <a:avLst/>
          </a:prstGeom>
          <a:noFill/>
          <a:ln w="9525" cap="flat" cmpd="sng">
            <a:noFill/>
            <a:prstDash val="solid"/>
            <a:round/>
          </a:ln>
        </p:spPr>
        <p:txBody>
          <a:bodyPr vert="horz" wrap="square" lIns="91440" tIns="45720" rIns="91440" bIns="45720" anchor="ctr" anchorCtr="0"/>
          <a:lstStyle/>
          <a:p>
            <a:pPr marL="0" indent="0" algn="l" defTabSz="0">
              <a:lnSpc>
                <a:spcPct val="100000"/>
              </a:lnSpc>
              <a:spcBef>
                <a:spcPct val="30000"/>
              </a:spcBef>
              <a:spcAft>
                <a:spcPts val="0"/>
              </a:spcAft>
              <a:buNone/>
            </a:pPr>
            <a:r>
              <a:rPr lang="zh-CN" altLang="en-US" sz="1200" u="none" strike="noStrike" kern="1200" cap="none" spc="0" baseline="0">
                <a:solidFill>
                  <a:schemeClr val="tx1"/>
                </a:solidFill>
                <a:latin typeface="Arial" panose="020B0604020202020204" pitchFamily="34" charset="0"/>
                <a:ea typeface="宋体" panose="02010600030101010101" pitchFamily="2" charset="-122"/>
                <a:cs typeface="Calibri" panose="020F0502020204030204" pitchFamily="34" charset="0"/>
              </a:rPr>
              <a:t>单击此处编辑母版文本样式</a:t>
            </a:r>
            <a:endParaRPr lang="en-US" altLang="zh-CN" sz="1200" u="none" strike="noStrike" kern="1200" cap="none" spc="0" baseline="0">
              <a:solidFill>
                <a:schemeClr val="tx1"/>
              </a:solidFill>
              <a:latin typeface="Arial" panose="020B0604020202020204" pitchFamily="34" charset="0"/>
              <a:ea typeface="宋体" panose="02010600030101010101" pitchFamily="2" charset="-122"/>
              <a:cs typeface="Calibri" panose="020F0502020204030204" pitchFamily="34" charset="0"/>
            </a:endParaRPr>
          </a:p>
          <a:p>
            <a:pPr marL="0" indent="0" algn="l" defTabSz="0">
              <a:lnSpc>
                <a:spcPct val="100000"/>
              </a:lnSpc>
              <a:spcBef>
                <a:spcPct val="30000"/>
              </a:spcBef>
              <a:spcAft>
                <a:spcPts val="0"/>
              </a:spcAft>
              <a:buNone/>
            </a:pPr>
            <a:r>
              <a:rPr lang="zh-CN" altLang="en-US" sz="1200" u="none" strike="noStrike" kern="1200" cap="none" spc="0" baseline="0">
                <a:solidFill>
                  <a:schemeClr val="tx1"/>
                </a:solidFill>
                <a:latin typeface="Arial" panose="020B0604020202020204" pitchFamily="34" charset="0"/>
                <a:ea typeface="宋体" panose="02010600030101010101" pitchFamily="2" charset="-122"/>
                <a:cs typeface="Calibri" panose="020F0502020204030204" pitchFamily="34" charset="0"/>
              </a:rPr>
              <a:t>第二级</a:t>
            </a:r>
            <a:endParaRPr lang="en-US" altLang="zh-CN" sz="1200" u="none" strike="noStrike" kern="1200" cap="none" spc="0" baseline="0">
              <a:solidFill>
                <a:schemeClr val="tx1"/>
              </a:solidFill>
              <a:latin typeface="Arial" panose="020B0604020202020204" pitchFamily="34" charset="0"/>
              <a:ea typeface="宋体" panose="02010600030101010101" pitchFamily="2" charset="-122"/>
              <a:cs typeface="Calibri" panose="020F0502020204030204" pitchFamily="34" charset="0"/>
            </a:endParaRPr>
          </a:p>
          <a:p>
            <a:pPr marL="0" indent="0" algn="l" defTabSz="0">
              <a:lnSpc>
                <a:spcPct val="100000"/>
              </a:lnSpc>
              <a:spcBef>
                <a:spcPct val="30000"/>
              </a:spcBef>
              <a:spcAft>
                <a:spcPts val="0"/>
              </a:spcAft>
              <a:buNone/>
            </a:pPr>
            <a:r>
              <a:rPr lang="zh-CN" altLang="en-US" sz="1200" u="none" strike="noStrike" kern="1200" cap="none" spc="0" baseline="0">
                <a:solidFill>
                  <a:schemeClr val="tx1"/>
                </a:solidFill>
                <a:latin typeface="Arial" panose="020B0604020202020204" pitchFamily="34" charset="0"/>
                <a:ea typeface="宋体" panose="02010600030101010101" pitchFamily="2" charset="-122"/>
                <a:cs typeface="Calibri" panose="020F0502020204030204" pitchFamily="34" charset="0"/>
              </a:rPr>
              <a:t>第三级</a:t>
            </a:r>
            <a:endParaRPr lang="en-US" altLang="zh-CN" sz="1200" u="none" strike="noStrike" kern="1200" cap="none" spc="0" baseline="0">
              <a:solidFill>
                <a:schemeClr val="tx1"/>
              </a:solidFill>
              <a:latin typeface="Arial" panose="020B0604020202020204" pitchFamily="34" charset="0"/>
              <a:ea typeface="宋体" panose="02010600030101010101" pitchFamily="2" charset="-122"/>
              <a:cs typeface="Calibri" panose="020F0502020204030204" pitchFamily="34" charset="0"/>
            </a:endParaRPr>
          </a:p>
          <a:p>
            <a:pPr marL="0" indent="0" algn="l" defTabSz="0">
              <a:lnSpc>
                <a:spcPct val="100000"/>
              </a:lnSpc>
              <a:spcBef>
                <a:spcPct val="30000"/>
              </a:spcBef>
              <a:spcAft>
                <a:spcPts val="0"/>
              </a:spcAft>
              <a:buNone/>
            </a:pPr>
            <a:r>
              <a:rPr lang="zh-CN" altLang="en-US" sz="1200" u="none" strike="noStrike" kern="1200" cap="none" spc="0" baseline="0">
                <a:solidFill>
                  <a:schemeClr val="tx1"/>
                </a:solidFill>
                <a:latin typeface="Arial" panose="020B0604020202020204" pitchFamily="34" charset="0"/>
                <a:ea typeface="宋体" panose="02010600030101010101" pitchFamily="2" charset="-122"/>
                <a:cs typeface="Calibri" panose="020F0502020204030204" pitchFamily="34" charset="0"/>
              </a:rPr>
              <a:t>第四级</a:t>
            </a:r>
            <a:endParaRPr lang="en-US" altLang="zh-CN" sz="1200" u="none" strike="noStrike" kern="1200" cap="none" spc="0" baseline="0">
              <a:solidFill>
                <a:schemeClr val="tx1"/>
              </a:solidFill>
              <a:latin typeface="Arial" panose="020B0604020202020204" pitchFamily="34" charset="0"/>
              <a:ea typeface="宋体" panose="02010600030101010101" pitchFamily="2" charset="-122"/>
              <a:cs typeface="Calibri" panose="020F0502020204030204" pitchFamily="34" charset="0"/>
            </a:endParaRPr>
          </a:p>
          <a:p>
            <a:pPr marL="0" indent="0" algn="l" defTabSz="0">
              <a:lnSpc>
                <a:spcPct val="100000"/>
              </a:lnSpc>
              <a:spcBef>
                <a:spcPct val="30000"/>
              </a:spcBef>
              <a:spcAft>
                <a:spcPts val="0"/>
              </a:spcAft>
              <a:buNone/>
            </a:pPr>
            <a:r>
              <a:rPr lang="zh-CN" altLang="en-US" sz="1200" u="none" strike="noStrike" kern="1200" cap="none" spc="0" baseline="0">
                <a:solidFill>
                  <a:schemeClr val="tx1"/>
                </a:solidFill>
                <a:latin typeface="Arial" panose="020B0604020202020204" pitchFamily="34" charset="0"/>
                <a:ea typeface="宋体" panose="02010600030101010101" pitchFamily="2" charset="-122"/>
                <a:cs typeface="Calibri" panose="020F0502020204030204" pitchFamily="34" charset="0"/>
              </a:rPr>
              <a:t>第五级</a:t>
            </a:r>
            <a:endParaRPr lang="zh-CN" altLang="en-US" sz="1200" u="none" strike="noStrike" kern="1200" cap="none" spc="0" baseline="0">
              <a:solidFill>
                <a:schemeClr val="tx1"/>
              </a:solidFill>
              <a:latin typeface="Arial" panose="020B0604020202020204" pitchFamily="34" charset="0"/>
              <a:ea typeface="宋体" panose="02010600030101010101" pitchFamily="2" charset="-122"/>
              <a:cs typeface="Calibri" panose="020F0502020204030204" pitchFamily="34" charset="0"/>
            </a:endParaRPr>
          </a:p>
        </p:txBody>
      </p:sp>
      <p:sp>
        <p:nvSpPr>
          <p:cNvPr id="8" name="文本框"/>
          <p:cNvSpPr>
            <a:spLocks noGrp="1"/>
          </p:cNvSpPr>
          <p:nvPr>
            <p:ph type="ftr" idx="4"/>
          </p:nvPr>
        </p:nvSpPr>
        <p:spPr>
          <a:xfrm>
            <a:off x="0" y="8685213"/>
            <a:ext cx="2971799" cy="457200"/>
          </a:xfrm>
          <a:prstGeom prst="rect">
            <a:avLst/>
          </a:prstGeom>
          <a:noFill/>
          <a:ln w="9525" cap="flat" cmpd="sng">
            <a:noFill/>
            <a:prstDash val="solid"/>
            <a:round/>
          </a:ln>
        </p:spPr>
        <p:txBody>
          <a:bodyPr vert="horz" wrap="square" lIns="91440" tIns="45720" rIns="91440" bIns="45720" anchor="b" anchorCtr="0"/>
          <a:lstStyle/>
          <a:p>
            <a:endParaRPr lang="zh-CN" altLang="en-US" sz="1200">
              <a:latin typeface="Calibri" panose="020F0502020204030204" pitchFamily="34" charset="0"/>
              <a:ea typeface="宋体" panose="02010600030101010101" pitchFamily="2" charset="-122"/>
              <a:cs typeface="Calibri" panose="020F0502020204030204" pitchFamily="34" charset="0"/>
            </a:endParaRPr>
          </a:p>
        </p:txBody>
      </p:sp>
    </p:spTree>
  </p:cSld>
  <p:clrMap bg1="lt1" tx1="dk1" bg2="lt2" tx2="dk2" accent1="accent1" accent2="accent2" accent3="accent3" accent4="accent4" accent5="accent5" accent6="accent6" hlink="hlink" folHlink="folHlink"/>
  <p:hf hdr="0" ftr="0"/>
  <p:notesStyle>
    <a:lvl1pPr algn="l" defTabSz="914400" eaLnBrk="0" fontAlgn="base" hangingPunct="0">
      <a:spcBef>
        <a:spcPct val="30000"/>
      </a:spcBef>
      <a:spcAft>
        <a:spcPts val="0"/>
      </a:spcAft>
      <a:buNone/>
      <a:defRPr sz="1200" kern="1200">
        <a:solidFill>
          <a:schemeClr val="tx1"/>
        </a:solidFill>
        <a:latin typeface="Arial" panose="020B0604020202020204" pitchFamily="34" charset="0"/>
        <a:ea typeface="宋体" panose="02010600030101010101" pitchFamily="2" charset="-122"/>
        <a:cs typeface="Calibri" panose="020F0502020204030204" pitchFamily="34" charset="0"/>
      </a:defRPr>
    </a:lvl1pPr>
    <a:lvl2pPr marL="457200" indent="0" algn="l" defTabSz="914400" eaLnBrk="0" fontAlgn="base" hangingPunct="0">
      <a:spcBef>
        <a:spcPct val="30000"/>
      </a:spcBef>
      <a:spcAft>
        <a:spcPts val="0"/>
      </a:spcAft>
      <a:buNone/>
      <a:defRPr sz="1200" kern="1200">
        <a:solidFill>
          <a:schemeClr val="tx1"/>
        </a:solidFill>
        <a:latin typeface="Arial" panose="020B0604020202020204" pitchFamily="34" charset="0"/>
        <a:ea typeface="宋体" panose="02010600030101010101" pitchFamily="2" charset="-122"/>
        <a:cs typeface="Calibri" panose="020F0502020204030204" pitchFamily="34" charset="0"/>
      </a:defRPr>
    </a:lvl2pPr>
    <a:lvl3pPr marL="914400" indent="0" algn="l" defTabSz="914400" eaLnBrk="0" fontAlgn="base" hangingPunct="0">
      <a:spcBef>
        <a:spcPct val="30000"/>
      </a:spcBef>
      <a:spcAft>
        <a:spcPts val="0"/>
      </a:spcAft>
      <a:buNone/>
      <a:defRPr sz="1200" kern="1200">
        <a:solidFill>
          <a:schemeClr val="tx1"/>
        </a:solidFill>
        <a:latin typeface="Arial" panose="020B0604020202020204" pitchFamily="34" charset="0"/>
        <a:ea typeface="宋体" panose="02010600030101010101" pitchFamily="2" charset="-122"/>
        <a:cs typeface="Calibri" panose="020F0502020204030204" pitchFamily="34" charset="0"/>
      </a:defRPr>
    </a:lvl3pPr>
    <a:lvl4pPr marL="1371600" indent="0" algn="l" defTabSz="914400" eaLnBrk="0" fontAlgn="base" hangingPunct="0">
      <a:spcBef>
        <a:spcPct val="30000"/>
      </a:spcBef>
      <a:spcAft>
        <a:spcPts val="0"/>
      </a:spcAft>
      <a:buNone/>
      <a:defRPr sz="1200" kern="1200">
        <a:solidFill>
          <a:schemeClr val="tx1"/>
        </a:solidFill>
        <a:latin typeface="Arial" panose="020B0604020202020204" pitchFamily="34" charset="0"/>
        <a:ea typeface="宋体" panose="02010600030101010101" pitchFamily="2" charset="-122"/>
        <a:cs typeface="Calibri" panose="020F0502020204030204" pitchFamily="34" charset="0"/>
      </a:defRPr>
    </a:lvl4pPr>
    <a:lvl5pPr marL="1828800" indent="0" algn="l" defTabSz="914400" eaLnBrk="0" fontAlgn="base" hangingPunct="0">
      <a:spcBef>
        <a:spcPct val="30000"/>
      </a:spcBef>
      <a:spcAft>
        <a:spcPts val="0"/>
      </a:spcAft>
      <a:buNone/>
      <a:defRPr sz="1200" kern="1200">
        <a:solidFill>
          <a:schemeClr val="tx1"/>
        </a:solidFill>
        <a:latin typeface="Arial" panose="020B0604020202020204" pitchFamily="34" charset="0"/>
        <a:ea typeface="宋体" panose="02010600030101010101" pitchFamily="2" charset="-122"/>
        <a:cs typeface="Calibri" panose="020F0502020204030204" pitchFamily="34" charset="0"/>
      </a:defRPr>
    </a:lvl5pPr>
    <a:lvl6pPr marL="2286000" indent="0" algn="l" defTabSz="914400" eaLnBrk="1" fontAlgn="auto" latinLnBrk="0" hangingPunct="1">
      <a:buNone/>
      <a:defRPr sz="1200" kern="1200">
        <a:solidFill>
          <a:schemeClr val="tx1"/>
        </a:solidFill>
        <a:latin typeface="Calibri" panose="020F0502020204030204" pitchFamily="34" charset="0"/>
        <a:ea typeface="宋体" panose="02010600030101010101" pitchFamily="2" charset="-122"/>
        <a:cs typeface="Calibri" panose="020F0502020204030204" pitchFamily="34" charset="0"/>
      </a:defRPr>
    </a:lvl6pPr>
    <a:lvl7pPr marL="2743200" indent="0" algn="l" defTabSz="914400" eaLnBrk="1" fontAlgn="auto" latinLnBrk="0" hangingPunct="1">
      <a:buNone/>
      <a:defRPr sz="1200" kern="1200">
        <a:solidFill>
          <a:schemeClr val="tx1"/>
        </a:solidFill>
        <a:latin typeface="Calibri" panose="020F0502020204030204" pitchFamily="34" charset="0"/>
        <a:ea typeface="宋体" panose="02010600030101010101" pitchFamily="2" charset="-122"/>
        <a:cs typeface="Calibri" panose="020F0502020204030204" pitchFamily="34" charset="0"/>
      </a:defRPr>
    </a:lvl7pPr>
    <a:lvl8pPr marL="3200400" indent="0" algn="l" defTabSz="914400" eaLnBrk="1" fontAlgn="auto" latinLnBrk="0" hangingPunct="1">
      <a:buNone/>
      <a:defRPr sz="1200" kern="1200">
        <a:solidFill>
          <a:schemeClr val="tx1"/>
        </a:solidFill>
        <a:latin typeface="Calibri" panose="020F0502020204030204" pitchFamily="34" charset="0"/>
        <a:ea typeface="宋体" panose="02010600030101010101" pitchFamily="2" charset="-122"/>
        <a:cs typeface="Calibri" panose="020F0502020204030204" pitchFamily="34" charset="0"/>
      </a:defRPr>
    </a:lvl8pPr>
    <a:lvl9pPr marL="3200400" indent="0" algn="l" defTabSz="914400" eaLnBrk="1" fontAlgn="auto" latinLnBrk="0" hangingPunct="1">
      <a:buNone/>
      <a:defRPr sz="1200" kern="1200">
        <a:solidFill>
          <a:schemeClr val="tx1"/>
        </a:solidFill>
        <a:latin typeface="Calibri" panose="020F0502020204030204" pitchFamily="34" charset="0"/>
        <a:ea typeface="宋体" panose="02010600030101010101" pitchFamily="2" charset="-122"/>
        <a:cs typeface="Calibri" panose="020F0502020204030204" pitchFamily="34"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9" name="文本框"/>
          <p:cNvSpPr>
            <a:spLocks noGrp="1"/>
          </p:cNvSpPr>
          <p:nvPr>
            <p:ph type="sldNum" idx="5"/>
          </p:nvPr>
        </p:nvSpPr>
        <p:spPr>
          <a:xfrm>
            <a:off x="3884613" y="8685213"/>
            <a:ext cx="2971800" cy="457200"/>
          </a:xfrm>
          <a:prstGeom prst="rect">
            <a:avLst/>
          </a:prstGeom>
          <a:noFill/>
          <a:ln w="9525" cap="flat" cmpd="sng">
            <a:noFill/>
            <a:prstDash val="solid"/>
            <a:round/>
          </a:ln>
        </p:spPr>
        <p:txBody>
          <a:bodyPr vert="horz" wrap="square" lIns="91440" tIns="45720" rIns="91440" bIns="45720" anchor="b" anchorCtr="0"/>
          <a:lstStyle/>
          <a:p>
            <a:pPr algn="r"/>
            <a:fld id="{CAD2D6BD-DE1B-4B5F-8B41-2702339687B9}" type="slidenum">
              <a:rPr lang="en-US" altLang="zh-CN" sz="1800" u="none" strike="noStrike" kern="1200" cap="none" spc="0" baseline="0">
                <a:solidFill>
                  <a:schemeClr val="tx1"/>
                </a:solidFill>
                <a:latin typeface="Calibri" panose="020F0502020204030204" pitchFamily="34" charset="0"/>
                <a:ea typeface="宋体" panose="02010600030101010101" pitchFamily="2" charset="-122"/>
                <a:cs typeface="Calibri" panose="020F0502020204030204" pitchFamily="34" charset="0"/>
              </a:rPr>
            </a:fld>
            <a:endParaRPr lang="zh-CN" altLang="en-US" sz="1200">
              <a:latin typeface="Calibri" panose="020F0502020204030204" pitchFamily="34" charset="0"/>
              <a:ea typeface="宋体" panose="02010600030101010101" pitchFamily="2" charset="-122"/>
              <a:cs typeface="Calibri" panose="020F050202020403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9" name="文本框"/>
          <p:cNvSpPr>
            <a:spLocks noGrp="1"/>
          </p:cNvSpPr>
          <p:nvPr>
            <p:ph type="sldNum" idx="5"/>
          </p:nvPr>
        </p:nvSpPr>
        <p:spPr>
          <a:xfrm>
            <a:off x="3884613" y="8685213"/>
            <a:ext cx="2971800" cy="457200"/>
          </a:xfrm>
          <a:prstGeom prst="rect">
            <a:avLst/>
          </a:prstGeom>
          <a:noFill/>
          <a:ln w="9525" cap="flat" cmpd="sng">
            <a:noFill/>
            <a:prstDash val="solid"/>
            <a:round/>
          </a:ln>
        </p:spPr>
        <p:txBody>
          <a:bodyPr vert="horz" wrap="square" lIns="91440" tIns="45720" rIns="91440" bIns="45720" anchor="b" anchorCtr="0"/>
          <a:lstStyle/>
          <a:p>
            <a:pPr algn="r"/>
            <a:fld id="{CAD2D6BD-DE1B-4B5F-8B41-2702339687B9}" type="slidenum">
              <a:rPr lang="en-US" altLang="zh-CN" sz="1800" u="none" strike="noStrike" kern="1200" cap="none" spc="0" baseline="0">
                <a:solidFill>
                  <a:schemeClr val="tx1"/>
                </a:solidFill>
                <a:latin typeface="Calibri" panose="020F0502020204030204" pitchFamily="34" charset="0"/>
                <a:ea typeface="宋体" panose="02010600030101010101" pitchFamily="2" charset="-122"/>
                <a:cs typeface="Calibri" panose="020F0502020204030204" pitchFamily="34" charset="0"/>
              </a:rPr>
            </a:fld>
            <a:endParaRPr lang="zh-CN" altLang="en-US" sz="1200">
              <a:latin typeface="Calibri" panose="020F0502020204030204" pitchFamily="34" charset="0"/>
              <a:ea typeface="宋体" panose="02010600030101010101" pitchFamily="2" charset="-122"/>
              <a:cs typeface="Calibri" panose="020F050202020403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9" name="文本框"/>
          <p:cNvSpPr>
            <a:spLocks noGrp="1"/>
          </p:cNvSpPr>
          <p:nvPr>
            <p:ph type="sldNum" idx="5"/>
          </p:nvPr>
        </p:nvSpPr>
        <p:spPr>
          <a:xfrm>
            <a:off x="3884613" y="8685213"/>
            <a:ext cx="2971800" cy="457200"/>
          </a:xfrm>
          <a:prstGeom prst="rect">
            <a:avLst/>
          </a:prstGeom>
          <a:noFill/>
          <a:ln w="9525" cap="flat" cmpd="sng">
            <a:noFill/>
            <a:prstDash val="solid"/>
            <a:round/>
          </a:ln>
        </p:spPr>
        <p:txBody>
          <a:bodyPr vert="horz" wrap="square" lIns="91440" tIns="45720" rIns="91440" bIns="45720" anchor="b" anchorCtr="0"/>
          <a:lstStyle/>
          <a:p>
            <a:pPr algn="r"/>
            <a:fld id="{CAD2D6BD-DE1B-4B5F-8B41-2702339687B9}" type="slidenum">
              <a:rPr lang="en-US" altLang="zh-CN" sz="1800" u="none" strike="noStrike" kern="1200" cap="none" spc="0" baseline="0">
                <a:solidFill>
                  <a:schemeClr val="tx1"/>
                </a:solidFill>
                <a:latin typeface="Calibri" panose="020F0502020204030204" pitchFamily="34" charset="0"/>
                <a:ea typeface="宋体" panose="02010600030101010101" pitchFamily="2" charset="-122"/>
                <a:cs typeface="Calibri" panose="020F0502020204030204" pitchFamily="34" charset="0"/>
              </a:rPr>
            </a:fld>
            <a:endParaRPr lang="zh-CN" altLang="en-US" sz="1200">
              <a:latin typeface="Calibri" panose="020F0502020204030204" pitchFamily="34" charset="0"/>
              <a:ea typeface="宋体" panose="02010600030101010101" pitchFamily="2" charset="-122"/>
              <a:cs typeface="Calibri" panose="020F050202020403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9" name="文本框"/>
          <p:cNvSpPr>
            <a:spLocks noGrp="1"/>
          </p:cNvSpPr>
          <p:nvPr>
            <p:ph type="sldNum" idx="5"/>
          </p:nvPr>
        </p:nvSpPr>
        <p:spPr>
          <a:xfrm>
            <a:off x="3884613" y="8685213"/>
            <a:ext cx="2971800" cy="457200"/>
          </a:xfrm>
          <a:prstGeom prst="rect">
            <a:avLst/>
          </a:prstGeom>
          <a:noFill/>
          <a:ln w="9525" cap="flat" cmpd="sng">
            <a:noFill/>
            <a:prstDash val="solid"/>
            <a:round/>
          </a:ln>
        </p:spPr>
        <p:txBody>
          <a:bodyPr vert="horz" wrap="square" lIns="91440" tIns="45720" rIns="91440" bIns="45720" anchor="b" anchorCtr="0"/>
          <a:lstStyle/>
          <a:p>
            <a:pPr algn="r"/>
            <a:fld id="{CAD2D6BD-DE1B-4B5F-8B41-2702339687B9}" type="slidenum">
              <a:rPr lang="en-US" altLang="zh-CN" sz="1800" u="none" strike="noStrike" kern="1200" cap="none" spc="0" baseline="0">
                <a:solidFill>
                  <a:schemeClr val="tx1"/>
                </a:solidFill>
                <a:latin typeface="Calibri" panose="020F0502020204030204" pitchFamily="34" charset="0"/>
                <a:ea typeface="宋体" panose="02010600030101010101" pitchFamily="2" charset="-122"/>
                <a:cs typeface="Calibri" panose="020F0502020204030204" pitchFamily="34" charset="0"/>
              </a:rPr>
            </a:fld>
            <a:endParaRPr lang="zh-CN" altLang="en-US" sz="1200">
              <a:latin typeface="Calibri" panose="020F0502020204030204" pitchFamily="34" charset="0"/>
              <a:ea typeface="宋体" panose="02010600030101010101" pitchFamily="2" charset="-122"/>
              <a:cs typeface="Calibri" panose="020F050202020403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p:cNvSpPr>
            <a:spLocks noGrp="1" noRot="1" noChangeAspect="1"/>
          </p:cNvSpPr>
          <p:nvPr>
            <p:ph type="sldImg"/>
          </p:nvPr>
        </p:nvSpPr>
        <p:spPr/>
      </p:sp>
      <p:sp>
        <p:nvSpPr>
          <p:cNvPr id="3" name="文本框"/>
          <p:cNvSpPr>
            <a:spLocks noGrp="1"/>
          </p:cNvSpPr>
          <p:nvPr>
            <p:ph type="body" idx="1"/>
          </p:nvPr>
        </p:nvSpPr>
        <p:spPr/>
        <p:txBody>
          <a:bodyPr/>
          <a:lstStyle/>
          <a:p>
            <a:endParaRPr lang="zh-CN" altLang="en-US"/>
          </a:p>
        </p:txBody>
      </p:sp>
      <p:sp>
        <p:nvSpPr>
          <p:cNvPr id="9" name="文本框"/>
          <p:cNvSpPr>
            <a:spLocks noGrp="1"/>
          </p:cNvSpPr>
          <p:nvPr>
            <p:ph type="sldNum" idx="5"/>
          </p:nvPr>
        </p:nvSpPr>
        <p:spPr>
          <a:xfrm>
            <a:off x="3884613" y="8685213"/>
            <a:ext cx="2971800" cy="457200"/>
          </a:xfrm>
          <a:prstGeom prst="rect">
            <a:avLst/>
          </a:prstGeom>
          <a:noFill/>
          <a:ln w="9525" cap="flat" cmpd="sng">
            <a:noFill/>
            <a:prstDash val="solid"/>
            <a:round/>
          </a:ln>
        </p:spPr>
        <p:txBody>
          <a:bodyPr vert="horz" wrap="square" lIns="91440" tIns="45720" rIns="91440" bIns="45720" anchor="b" anchorCtr="0"/>
          <a:lstStyle/>
          <a:p>
            <a:pPr algn="r"/>
            <a:fld id="{CAD2D6BD-DE1B-4B5F-8B41-2702339687B9}" type="slidenum">
              <a:rPr lang="en-US" altLang="zh-CN" sz="1800" u="none" strike="noStrike" kern="1200" cap="none" spc="0" baseline="0">
                <a:solidFill>
                  <a:schemeClr val="tx1"/>
                </a:solidFill>
                <a:latin typeface="Calibri" panose="020F0502020204030204" pitchFamily="34" charset="0"/>
                <a:ea typeface="宋体" panose="02010600030101010101" pitchFamily="2" charset="-122"/>
                <a:cs typeface="Calibri" panose="020F0502020204030204" pitchFamily="34" charset="0"/>
              </a:rPr>
            </a:fld>
            <a:endParaRPr lang="zh-CN" altLang="en-US" sz="1200">
              <a:latin typeface="Calibri" panose="020F0502020204030204" pitchFamily="34" charset="0"/>
              <a:ea typeface="宋体" panose="02010600030101010101" pitchFamily="2" charset="-122"/>
              <a:cs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文本框"/>
          <p:cNvSpPr>
            <a:spLocks noGrp="1"/>
          </p:cNvSpPr>
          <p:nvPr>
            <p:ph type="ctrTitle"/>
          </p:nvPr>
        </p:nvSpPr>
        <p:spPr>
          <a:xfrm>
            <a:off x="685800" y="1597818"/>
            <a:ext cx="7772400" cy="1102518"/>
          </a:xfrm>
        </p:spPr>
        <p:txBody>
          <a:bodyPr/>
          <a:lstStyle/>
          <a:p>
            <a:r>
              <a:rPr lang="zh-CN" altLang="en-US"/>
              <a:t>单击此处编辑母版标题样式</a:t>
            </a:r>
            <a:endParaRPr lang="zh-CN" altLang="en-US"/>
          </a:p>
        </p:txBody>
      </p:sp>
      <p:sp>
        <p:nvSpPr>
          <p:cNvPr id="3" name="文本框"/>
          <p:cNvSpPr>
            <a:spLocks noGrp="1"/>
          </p:cNvSpPr>
          <p:nvPr>
            <p:ph type="subTitle" idx="1"/>
          </p:nvPr>
        </p:nvSpPr>
        <p:spPr>
          <a:xfrm>
            <a:off x="1371600" y="2914649"/>
            <a:ext cx="6400800" cy="1314449"/>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endParaRPr lang="zh-CN" altLang="en-US"/>
          </a:p>
        </p:txBody>
      </p:sp>
      <p:sp>
        <p:nvSpPr>
          <p:cNvPr id="3" name="文本框"/>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文本框"/>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框"/>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endParaRPr lang="zh-CN" altLang="en-US"/>
          </a:p>
        </p:txBody>
      </p:sp>
      <p:sp>
        <p:nvSpPr>
          <p:cNvPr id="3" name="文本框"/>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框"/>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框"/>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文本框"/>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框"/>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文本框"/>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8" name="文本框"/>
          <p:cNvSpPr>
            <a:spLocks noGrp="1"/>
          </p:cNvSpPr>
          <p:nvPr>
            <p:ph type="ftr" sz="quarter" idx="11"/>
          </p:nvPr>
        </p:nvSpPr>
        <p:spPr/>
        <p:txBody>
          <a:bodyPr/>
          <a:lstStyle/>
          <a:p>
            <a:endParaRPr lang="zh-CN" altLang="en-US"/>
          </a:p>
        </p:txBody>
      </p:sp>
      <p:sp>
        <p:nvSpPr>
          <p:cNvPr id="9"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endParaRPr lang="zh-CN" altLang="en-US"/>
          </a:p>
        </p:txBody>
      </p:sp>
      <p:sp>
        <p:nvSpPr>
          <p:cNvPr id="3"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4" name="文本框"/>
          <p:cNvSpPr>
            <a:spLocks noGrp="1"/>
          </p:cNvSpPr>
          <p:nvPr>
            <p:ph type="ftr" sz="quarter" idx="11"/>
          </p:nvPr>
        </p:nvSpPr>
        <p:spPr/>
        <p:txBody>
          <a:bodyPr/>
          <a:lstStyle/>
          <a:p>
            <a:endParaRPr lang="zh-CN" altLang="en-US"/>
          </a:p>
        </p:txBody>
      </p:sp>
      <p:sp>
        <p:nvSpPr>
          <p:cNvPr id="5"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3" name="文本框"/>
          <p:cNvSpPr>
            <a:spLocks noGrp="1"/>
          </p:cNvSpPr>
          <p:nvPr>
            <p:ph type="ftr" sz="quarter" idx="11"/>
          </p:nvPr>
        </p:nvSpPr>
        <p:spPr/>
        <p:txBody>
          <a:bodyPr/>
          <a:lstStyle/>
          <a:p>
            <a:endParaRPr lang="zh-CN" altLang="en-US"/>
          </a:p>
        </p:txBody>
      </p:sp>
      <p:sp>
        <p:nvSpPr>
          <p:cNvPr id="4"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文本框"/>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文本框"/>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框"/>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文本框"/>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文本框"/>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框"/>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endParaRPr lang="zh-CN" altLang="en-US"/>
          </a:p>
        </p:txBody>
      </p:sp>
      <p:sp>
        <p:nvSpPr>
          <p:cNvPr id="3" name="文本框"/>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文本框"/>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文本框"/>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文本框"/>
          <p:cNvSpPr>
            <a:spLocks noGrp="1"/>
          </p:cNvSpPr>
          <p:nvPr>
            <p:ph type="ctrTitle"/>
          </p:nvPr>
        </p:nvSpPr>
        <p:spPr>
          <a:xfrm>
            <a:off x="685800" y="1597818"/>
            <a:ext cx="7772400" cy="1102518"/>
          </a:xfrm>
        </p:spPr>
        <p:txBody>
          <a:bodyPr/>
          <a:lstStyle/>
          <a:p>
            <a:r>
              <a:rPr lang="zh-CN" altLang="en-US"/>
              <a:t>单击此处编辑母版标题样式</a:t>
            </a:r>
            <a:endParaRPr lang="zh-CN" altLang="en-US"/>
          </a:p>
        </p:txBody>
      </p:sp>
      <p:sp>
        <p:nvSpPr>
          <p:cNvPr id="3" name="文本框"/>
          <p:cNvSpPr>
            <a:spLocks noGrp="1"/>
          </p:cNvSpPr>
          <p:nvPr>
            <p:ph type="subTitle" idx="1"/>
          </p:nvPr>
        </p:nvSpPr>
        <p:spPr>
          <a:xfrm>
            <a:off x="1371600" y="2914649"/>
            <a:ext cx="6400800" cy="1314449"/>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endParaRPr lang="zh-CN" altLang="en-US"/>
          </a:p>
        </p:txBody>
      </p:sp>
      <p:sp>
        <p:nvSpPr>
          <p:cNvPr id="3" name="文本框"/>
          <p:cNvSpPr>
            <a:spLocks noGrp="1"/>
          </p:cNvSpPr>
          <p:nvPr>
            <p:ph idx="1"/>
          </p:nvPr>
        </p:nvSpPr>
        <p:spPr/>
        <p:txBody>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文本框"/>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endParaRPr lang="zh-CN" altLang="en-US"/>
          </a:p>
        </p:txBody>
      </p:sp>
      <p:sp>
        <p:nvSpPr>
          <p:cNvPr id="3" name="文本框"/>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endParaRPr lang="zh-CN" altLang="en-US"/>
          </a:p>
        </p:txBody>
      </p:sp>
      <p:sp>
        <p:nvSpPr>
          <p:cNvPr id="3" name="文本框"/>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框"/>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框"/>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文本框"/>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框"/>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文本框"/>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7"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8" name="文本框"/>
          <p:cNvSpPr>
            <a:spLocks noGrp="1"/>
          </p:cNvSpPr>
          <p:nvPr>
            <p:ph type="ftr" sz="quarter" idx="11"/>
          </p:nvPr>
        </p:nvSpPr>
        <p:spPr/>
        <p:txBody>
          <a:bodyPr/>
          <a:lstStyle/>
          <a:p>
            <a:endParaRPr lang="zh-CN" altLang="en-US"/>
          </a:p>
        </p:txBody>
      </p:sp>
      <p:sp>
        <p:nvSpPr>
          <p:cNvPr id="9"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endParaRPr lang="zh-CN" altLang="en-US"/>
          </a:p>
        </p:txBody>
      </p:sp>
      <p:sp>
        <p:nvSpPr>
          <p:cNvPr id="3"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4" name="文本框"/>
          <p:cNvSpPr>
            <a:spLocks noGrp="1"/>
          </p:cNvSpPr>
          <p:nvPr>
            <p:ph type="ftr" sz="quarter" idx="11"/>
          </p:nvPr>
        </p:nvSpPr>
        <p:spPr/>
        <p:txBody>
          <a:bodyPr/>
          <a:lstStyle/>
          <a:p>
            <a:endParaRPr lang="zh-CN" altLang="en-US"/>
          </a:p>
        </p:txBody>
      </p:sp>
      <p:sp>
        <p:nvSpPr>
          <p:cNvPr id="5"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3" name="文本框"/>
          <p:cNvSpPr>
            <a:spLocks noGrp="1"/>
          </p:cNvSpPr>
          <p:nvPr>
            <p:ph type="ftr" sz="quarter" idx="11"/>
          </p:nvPr>
        </p:nvSpPr>
        <p:spPr/>
        <p:txBody>
          <a:bodyPr/>
          <a:lstStyle/>
          <a:p>
            <a:endParaRPr lang="zh-CN" altLang="en-US"/>
          </a:p>
        </p:txBody>
      </p:sp>
      <p:sp>
        <p:nvSpPr>
          <p:cNvPr id="4"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文本框"/>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文本框"/>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框"/>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文本框"/>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文本框"/>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框"/>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
        <p:nvSpPr>
          <p:cNvPr id="5"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6" name="文本框"/>
          <p:cNvSpPr>
            <a:spLocks noGrp="1"/>
          </p:cNvSpPr>
          <p:nvPr>
            <p:ph type="ftr" sz="quarter" idx="11"/>
          </p:nvPr>
        </p:nvSpPr>
        <p:spPr/>
        <p:txBody>
          <a:bodyPr/>
          <a:lstStyle/>
          <a:p>
            <a:endParaRPr lang="zh-CN" altLang="en-US"/>
          </a:p>
        </p:txBody>
      </p:sp>
      <p:sp>
        <p:nvSpPr>
          <p:cNvPr id="7"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文本框"/>
          <p:cNvSpPr>
            <a:spLocks noGrp="1"/>
          </p:cNvSpPr>
          <p:nvPr>
            <p:ph type="title"/>
          </p:nvPr>
        </p:nvSpPr>
        <p:spPr/>
        <p:txBody>
          <a:bodyPr/>
          <a:lstStyle/>
          <a:p>
            <a:r>
              <a:rPr lang="zh-CN" altLang="en-US"/>
              <a:t>单击此处编辑母版标题样式</a:t>
            </a:r>
            <a:endParaRPr lang="zh-CN" altLang="en-US"/>
          </a:p>
        </p:txBody>
      </p:sp>
      <p:sp>
        <p:nvSpPr>
          <p:cNvPr id="3" name="文本框"/>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文本框"/>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文本框"/>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框"/>
          <p:cNvSpPr>
            <a:spLocks noGrp="1"/>
          </p:cNvSpPr>
          <p:nvPr>
            <p:ph type="dt" sz="half" idx="10"/>
          </p:nvPr>
        </p:nvSpPr>
        <p:spPr/>
        <p:txBody>
          <a:bodyPr/>
          <a:lstStyle/>
          <a:p>
            <a:fld id="{72514870-5082-4025-BC8A-5E070B8EB77D}" type="datetimeFigureOut">
              <a:rPr lang="zh-CN" altLang="en-US" smtClean="0"/>
            </a:fld>
            <a:endParaRPr lang="zh-CN" altLang="en-US"/>
          </a:p>
        </p:txBody>
      </p:sp>
      <p:sp>
        <p:nvSpPr>
          <p:cNvPr id="5" name="文本框"/>
          <p:cNvSpPr>
            <a:spLocks noGrp="1"/>
          </p:cNvSpPr>
          <p:nvPr>
            <p:ph type="ftr" sz="quarter" idx="11"/>
          </p:nvPr>
        </p:nvSpPr>
        <p:spPr/>
        <p:txBody>
          <a:bodyPr/>
          <a:lstStyle/>
          <a:p>
            <a:endParaRPr lang="zh-CN" altLang="en-US"/>
          </a:p>
        </p:txBody>
      </p:sp>
      <p:sp>
        <p:nvSpPr>
          <p:cNvPr id="6" name="文本框"/>
          <p:cNvSpPr>
            <a:spLocks noGrp="1"/>
          </p:cNvSpPr>
          <p:nvPr>
            <p:ph type="sldNum" sz="quarter" idx="12"/>
          </p:nvPr>
        </p:nvSpPr>
        <p:spPr/>
        <p:txBody>
          <a:bodyPr/>
          <a:lstStyle/>
          <a:p>
            <a:fld id="{3E00D155-3BB6-43CF-9AC4-BC63A66E74A9}"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2" Type="http://schemas.openxmlformats.org/officeDocument/2006/relationships/theme" Target="../theme/theme2.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文本框"/>
          <p:cNvSpPr>
            <a:spLocks noGrp="1"/>
          </p:cNvSpPr>
          <p:nvPr>
            <p:ph type="title"/>
          </p:nvPr>
        </p:nvSpPr>
        <p:spPr>
          <a:xfrm>
            <a:off x="457200" y="206374"/>
            <a:ext cx="8229600" cy="857250"/>
          </a:xfrm>
          <a:prstGeom prst="rect">
            <a:avLst/>
          </a:prstGeom>
          <a:noFill/>
          <a:ln w="9525" cap="flat" cmpd="sng">
            <a:noFill/>
            <a:prstDash val="solid"/>
            <a:round/>
          </a:ln>
        </p:spPr>
        <p:txBody>
          <a:bodyPr vert="horz" wrap="square" lIns="91440" tIns="45720" rIns="91440" bIns="45720" anchor="ctr" anchorCtr="0"/>
          <a:lstStyle/>
          <a:p>
            <a:r>
              <a:rPr lang="zh-CN" altLang="en-US">
                <a:sym typeface="Calibri" panose="020F0502020204030204" pitchFamily="34" charset="0"/>
              </a:rPr>
              <a:t>单击此处编辑母版标题样式</a:t>
            </a:r>
            <a:endParaRPr lang="zh-CN" altLang="en-US">
              <a:sym typeface="Calibri" panose="020F0502020204030204" pitchFamily="34" charset="0"/>
            </a:endParaRPr>
          </a:p>
        </p:txBody>
      </p:sp>
      <p:sp>
        <p:nvSpPr>
          <p:cNvPr id="3" name="文本框"/>
          <p:cNvSpPr>
            <a:spLocks noGrp="1"/>
          </p:cNvSpPr>
          <p:nvPr>
            <p:ph type="body" idx="1"/>
          </p:nvPr>
        </p:nvSpPr>
        <p:spPr>
          <a:xfrm>
            <a:off x="457200" y="1200150"/>
            <a:ext cx="8229600" cy="3394075"/>
          </a:xfrm>
          <a:prstGeom prst="rect">
            <a:avLst/>
          </a:prstGeom>
          <a:noFill/>
          <a:ln w="9525" cap="flat" cmpd="sng">
            <a:noFill/>
            <a:prstDash val="solid"/>
            <a:round/>
          </a:ln>
        </p:spPr>
        <p:txBody>
          <a:bodyPr vert="horz" wrap="square" lIns="91440" tIns="45720" rIns="91440" bIns="45720" anchor="t" anchorCtr="0"/>
          <a:lstStyle/>
          <a:p>
            <a:r>
              <a:rPr lang="zh-CN" altLang="en-US">
                <a:sym typeface="Calibri" panose="020F0502020204030204" pitchFamily="34" charset="0"/>
              </a:rPr>
              <a:t>单击此处编辑母版文本样式</a:t>
            </a:r>
            <a:endParaRPr lang="en-US" altLang="zh-CN">
              <a:sym typeface="Calibri" panose="020F0502020204030204" pitchFamily="34" charset="0"/>
            </a:endParaRPr>
          </a:p>
          <a:p>
            <a:pPr lvl="1"/>
            <a:r>
              <a:rPr lang="zh-CN" altLang="en-US">
                <a:sym typeface="Calibri" panose="020F0502020204030204" pitchFamily="34" charset="0"/>
              </a:rPr>
              <a:t>第二级</a:t>
            </a:r>
            <a:endParaRPr lang="en-US" altLang="zh-CN">
              <a:sym typeface="Calibri" panose="020F0502020204030204" pitchFamily="34" charset="0"/>
            </a:endParaRPr>
          </a:p>
          <a:p>
            <a:pPr lvl="2"/>
            <a:r>
              <a:rPr lang="zh-CN" altLang="en-US">
                <a:sym typeface="Calibri" panose="020F0502020204030204" pitchFamily="34" charset="0"/>
              </a:rPr>
              <a:t>第三级</a:t>
            </a:r>
            <a:endParaRPr lang="en-US" altLang="zh-CN">
              <a:sym typeface="Calibri" panose="020F0502020204030204" pitchFamily="34" charset="0"/>
            </a:endParaRPr>
          </a:p>
          <a:p>
            <a:pPr lvl="3"/>
            <a:r>
              <a:rPr lang="zh-CN" altLang="en-US">
                <a:sym typeface="Calibri" panose="020F0502020204030204" pitchFamily="34" charset="0"/>
              </a:rPr>
              <a:t>第四级</a:t>
            </a:r>
            <a:endParaRPr lang="en-US" altLang="zh-CN">
              <a:sym typeface="Calibri" panose="020F0502020204030204" pitchFamily="34" charset="0"/>
            </a:endParaRPr>
          </a:p>
          <a:p>
            <a:pPr lvl="4"/>
            <a:r>
              <a:rPr lang="zh-CN" altLang="en-US">
                <a:sym typeface="Calibri" panose="020F0502020204030204" pitchFamily="34" charset="0"/>
              </a:rPr>
              <a:t>第五级</a:t>
            </a:r>
            <a:endParaRPr lang="zh-CN" altLang="en-US">
              <a:sym typeface="Calibri" panose="020F050202020403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eaLnBrk="1" fontAlgn="base" hangingPunct="1">
        <a:spcBef>
          <a:spcPts val="0"/>
        </a:spcBef>
        <a:spcAft>
          <a:spcPts val="0"/>
        </a:spcAft>
        <a:buNone/>
        <a:defRPr sz="3000" b="1">
          <a:solidFill>
            <a:srgbClr val="C94251"/>
          </a:solidFill>
          <a:latin typeface="微软雅黑" panose="020B0503020204020204" charset="-122"/>
          <a:ea typeface="微软雅黑" panose="020B0503020204020204" charset="-122"/>
          <a:cs typeface="微软雅黑" panose="020B0503020204020204" charset="-122"/>
        </a:defRPr>
      </a:lvl1pPr>
    </p:titleStyle>
    <p:bodyStyle>
      <a:lvl1pPr marL="342900" indent="-342900" algn="l" defTabSz="914400" eaLnBrk="1" fontAlgn="base" hangingPunct="1">
        <a:spcBef>
          <a:spcPct val="20000"/>
        </a:spcBef>
        <a:spcAft>
          <a:spcPts val="0"/>
        </a:spcAft>
        <a:buFont typeface="Arial" panose="020B0604020202020204" pitchFamily="34" charset="0"/>
        <a:buChar char="•"/>
        <a:defRPr sz="2000" b="1">
          <a:solidFill>
            <a:srgbClr val="474747"/>
          </a:solidFill>
          <a:latin typeface="微软雅黑" panose="020B0503020204020204" charset="-122"/>
          <a:ea typeface="微软雅黑" panose="020B0503020204020204" charset="-122"/>
          <a:cs typeface="微软雅黑" panose="020B0503020204020204" charset="-122"/>
        </a:defRPr>
      </a:lvl1pPr>
      <a:lvl2pPr marL="742950" indent="-285750" algn="l" defTabSz="914400" eaLnBrk="1" fontAlgn="base" hangingPunct="1">
        <a:spcBef>
          <a:spcPct val="20000"/>
        </a:spcBef>
        <a:spcAft>
          <a:spcPts val="0"/>
        </a:spcAft>
        <a:buFont typeface="Arial" panose="020B0604020202020204" pitchFamily="34" charset="0"/>
        <a:buChar char="–"/>
        <a:defRPr sz="1500" b="1">
          <a:solidFill>
            <a:srgbClr val="212121"/>
          </a:solidFill>
          <a:latin typeface="微软雅黑" panose="020B0503020204020204" charset="-122"/>
          <a:ea typeface="微软雅黑" panose="020B0503020204020204" charset="-122"/>
        </a:defRPr>
      </a:lvl2pPr>
      <a:lvl3pPr marL="1143000" indent="-228600" algn="l" defTabSz="914400" eaLnBrk="1" fontAlgn="base" hangingPunct="1">
        <a:spcBef>
          <a:spcPct val="20000"/>
        </a:spcBef>
        <a:spcAft>
          <a:spcPts val="0"/>
        </a:spcAft>
        <a:buFont typeface="Arial" panose="020B0604020202020204" pitchFamily="34" charset="0"/>
        <a:buChar char="•"/>
        <a:defRPr sz="1500" b="1">
          <a:solidFill>
            <a:srgbClr val="212121"/>
          </a:solidFill>
          <a:latin typeface="微软雅黑" panose="020B0503020204020204" charset="-122"/>
          <a:ea typeface="微软雅黑" panose="020B0503020204020204" charset="-122"/>
        </a:defRPr>
      </a:lvl3pPr>
      <a:lvl4pPr marL="1600200" indent="-228600" algn="l" defTabSz="914400" eaLnBrk="1" fontAlgn="base" hangingPunct="1">
        <a:spcBef>
          <a:spcPct val="20000"/>
        </a:spcBef>
        <a:spcAft>
          <a:spcPts val="0"/>
        </a:spcAft>
        <a:buFont typeface="Arial" panose="020B0604020202020204" pitchFamily="34" charset="0"/>
        <a:buChar char="–"/>
        <a:defRPr sz="1500" b="1">
          <a:solidFill>
            <a:srgbClr val="212121"/>
          </a:solidFill>
          <a:latin typeface="微软雅黑" panose="020B0503020204020204" charset="-122"/>
          <a:ea typeface="微软雅黑" panose="020B0503020204020204" charset="-122"/>
        </a:defRPr>
      </a:lvl4pPr>
      <a:lvl5pPr marL="2057400" indent="-228600" algn="l" defTabSz="914400" eaLnBrk="1" fontAlgn="base" hangingPunct="1">
        <a:spcBef>
          <a:spcPct val="20000"/>
        </a:spcBef>
        <a:spcAft>
          <a:spcPts val="0"/>
        </a:spcAft>
        <a:buFont typeface="Arial" panose="020B0604020202020204" pitchFamily="34" charset="0"/>
        <a:buChar char="»"/>
        <a:defRPr sz="1500" b="1">
          <a:solidFill>
            <a:srgbClr val="212121"/>
          </a:solidFill>
          <a:latin typeface="微软雅黑" panose="020B0503020204020204" charset="-122"/>
          <a:ea typeface="微软雅黑" panose="020B0503020204020204" charset="-122"/>
        </a:defRPr>
      </a:lvl5pPr>
      <a:lvl6pPr marL="2514600" indent="-228600" algn="l" defTabSz="914400" eaLnBrk="1" fontAlgn="base" hangingPunct="1">
        <a:spcBef>
          <a:spcPct val="20000"/>
        </a:spcBef>
        <a:spcAft>
          <a:spcPts val="0"/>
        </a:spcAft>
        <a:buFont typeface="Arial" panose="020B0604020202020204" pitchFamily="34" charset="0"/>
        <a:buChar char="»"/>
        <a:defRPr sz="1500" b="1">
          <a:solidFill>
            <a:srgbClr val="212121"/>
          </a:solidFill>
          <a:latin typeface="微软雅黑" panose="020B0503020204020204" charset="-122"/>
          <a:ea typeface="微软雅黑" panose="020B0503020204020204" charset="-122"/>
        </a:defRPr>
      </a:lvl6pPr>
      <a:lvl7pPr marL="2971800" indent="-228600" algn="l" defTabSz="914400" eaLnBrk="1" fontAlgn="base" hangingPunct="1">
        <a:spcBef>
          <a:spcPct val="20000"/>
        </a:spcBef>
        <a:spcAft>
          <a:spcPts val="0"/>
        </a:spcAft>
        <a:buFont typeface="Arial" panose="020B0604020202020204" pitchFamily="34" charset="0"/>
        <a:buChar char="»"/>
        <a:defRPr sz="1500" b="1">
          <a:solidFill>
            <a:srgbClr val="212121"/>
          </a:solidFill>
          <a:latin typeface="微软雅黑" panose="020B0503020204020204" charset="-122"/>
          <a:ea typeface="微软雅黑" panose="020B0503020204020204" charset="-122"/>
        </a:defRPr>
      </a:lvl7pPr>
      <a:lvl8pPr marL="3429000" indent="-228600" algn="l" defTabSz="914400" eaLnBrk="1" fontAlgn="base" hangingPunct="1">
        <a:spcBef>
          <a:spcPct val="20000"/>
        </a:spcBef>
        <a:spcAft>
          <a:spcPts val="0"/>
        </a:spcAft>
        <a:buFont typeface="Arial" panose="020B0604020202020204" pitchFamily="34" charset="0"/>
        <a:buChar char="»"/>
        <a:defRPr sz="1500" b="1">
          <a:solidFill>
            <a:srgbClr val="212121"/>
          </a:solidFill>
          <a:latin typeface="微软雅黑" panose="020B0503020204020204" charset="-122"/>
          <a:ea typeface="微软雅黑" panose="020B0503020204020204" charset="-122"/>
        </a:defRPr>
      </a:lvl8pPr>
      <a:lvl9pPr marL="3429000" indent="-228600" algn="l" defTabSz="914400" eaLnBrk="1" fontAlgn="base" hangingPunct="1">
        <a:spcBef>
          <a:spcPct val="20000"/>
        </a:spcBef>
        <a:spcAft>
          <a:spcPts val="0"/>
        </a:spcAft>
        <a:buFont typeface="Arial" panose="020B0604020202020204" pitchFamily="34" charset="0"/>
        <a:buChar char="»"/>
        <a:defRPr sz="1500" b="1">
          <a:solidFill>
            <a:srgbClr val="212121"/>
          </a:solidFill>
          <a:latin typeface="微软雅黑" panose="020B0503020204020204" charset="-122"/>
          <a:ea typeface="微软雅黑" panose="020B0503020204020204" charset="-122"/>
        </a:defRPr>
      </a:lvl9pPr>
    </p:bodyStyle>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文本框"/>
          <p:cNvSpPr>
            <a:spLocks noGrp="1"/>
          </p:cNvSpPr>
          <p:nvPr>
            <p:ph type="title"/>
          </p:nvPr>
        </p:nvSpPr>
        <p:spPr>
          <a:xfrm>
            <a:off x="457200" y="206374"/>
            <a:ext cx="8229600" cy="857250"/>
          </a:xfrm>
          <a:prstGeom prst="rect">
            <a:avLst/>
          </a:prstGeom>
          <a:noFill/>
          <a:ln w="9525" cap="flat" cmpd="sng">
            <a:noFill/>
            <a:prstDash val="solid"/>
            <a:round/>
          </a:ln>
        </p:spPr>
        <p:txBody>
          <a:bodyPr vert="horz" wrap="square" lIns="91440" tIns="45720" rIns="91440" bIns="45720" anchor="ctr" anchorCtr="0"/>
          <a:lstStyle/>
          <a:p>
            <a:r>
              <a:rPr lang="zh-CN" altLang="en-US"/>
              <a:t>单击此处编辑母版标题样式</a:t>
            </a:r>
            <a:endParaRPr lang="zh-CN" altLang="en-US"/>
          </a:p>
        </p:txBody>
      </p:sp>
      <p:sp>
        <p:nvSpPr>
          <p:cNvPr id="11" name="文本框"/>
          <p:cNvSpPr>
            <a:spLocks noGrp="1"/>
          </p:cNvSpPr>
          <p:nvPr>
            <p:ph type="body" idx="1"/>
          </p:nvPr>
        </p:nvSpPr>
        <p:spPr>
          <a:xfrm>
            <a:off x="457200" y="1200150"/>
            <a:ext cx="8229600" cy="3394075"/>
          </a:xfrm>
          <a:prstGeom prst="rect">
            <a:avLst/>
          </a:prstGeom>
          <a:noFill/>
          <a:ln w="9525" cap="flat" cmpd="sng">
            <a:noFill/>
            <a:prstDash val="solid"/>
            <a:round/>
          </a:ln>
        </p:spPr>
        <p:txBody>
          <a:bodyPr vert="horz" wrap="square" lIns="91440" tIns="45720" rIns="91440" bIns="45720" anchor="t" anchorCtr="0"/>
          <a:lstStyle/>
          <a:p>
            <a:r>
              <a:rPr lang="zh-CN" altLang="en-US" sz="2200">
                <a:solidFill>
                  <a:srgbClr val="212121"/>
                </a:solidFill>
              </a:rPr>
              <a:t>单击此处编辑母版文本样式</a:t>
            </a:r>
            <a:endParaRPr lang="en-US" altLang="zh-CN" sz="2200">
              <a:solidFill>
                <a:srgbClr val="212121"/>
              </a:solidFill>
            </a:endParaRPr>
          </a:p>
          <a:p>
            <a:pPr lvl="1"/>
            <a:r>
              <a:rPr lang="zh-CN" altLang="en-US" sz="2000">
                <a:solidFill>
                  <a:srgbClr val="474747"/>
                </a:solidFill>
              </a:rPr>
              <a:t>第二级</a:t>
            </a:r>
            <a:endParaRPr lang="en-US" altLang="zh-CN" sz="2000">
              <a:solidFill>
                <a:srgbClr val="474747"/>
              </a:solidFill>
            </a:endParaRPr>
          </a:p>
          <a:p>
            <a:pPr lvl="2"/>
            <a:r>
              <a:rPr lang="zh-CN" altLang="en-US"/>
              <a:t>第三级</a:t>
            </a:r>
            <a:endParaRPr lang="en-US" altLang="zh-CN"/>
          </a:p>
          <a:p>
            <a:pPr lvl="3"/>
            <a:r>
              <a:rPr lang="zh-CN" altLang="en-US"/>
              <a:t>第四级</a:t>
            </a:r>
            <a:endParaRPr lang="en-US" altLang="zh-CN"/>
          </a:p>
          <a:p>
            <a:pPr lvl="4"/>
            <a:r>
              <a:rPr lang="zh-CN" altLang="en-US"/>
              <a:t>第五级</a:t>
            </a:r>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ctr" defTabSz="914400" eaLnBrk="1" fontAlgn="base" hangingPunct="1">
        <a:spcBef>
          <a:spcPts val="0"/>
        </a:spcBef>
        <a:spcAft>
          <a:spcPts val="0"/>
        </a:spcAft>
        <a:buNone/>
        <a:defRPr sz="3000" b="1">
          <a:solidFill>
            <a:srgbClr val="C94251"/>
          </a:solidFill>
          <a:latin typeface="微软雅黑" panose="020B0503020204020204" charset="-122"/>
          <a:ea typeface="微软雅黑" panose="020B0503020204020204" charset="-122"/>
          <a:cs typeface="微软雅黑" panose="020B0503020204020204" charset="-122"/>
        </a:defRPr>
      </a:lvl1pPr>
    </p:titleStyle>
    <p:bodyStyle>
      <a:lvl1pPr marL="342900" indent="-342900" algn="l" defTabSz="914400" eaLnBrk="1" fontAlgn="base" hangingPunct="1">
        <a:spcBef>
          <a:spcPct val="20000"/>
        </a:spcBef>
        <a:spcAft>
          <a:spcPts val="0"/>
        </a:spcAft>
        <a:buFont typeface="Arial" panose="020B0604020202020204" pitchFamily="34" charset="0"/>
        <a:buChar char="•"/>
        <a:defRPr sz="2000" b="1">
          <a:solidFill>
            <a:srgbClr val="474747"/>
          </a:solidFill>
          <a:latin typeface="微软雅黑" panose="020B0503020204020204" charset="-122"/>
          <a:ea typeface="微软雅黑" panose="020B0503020204020204" charset="-122"/>
          <a:cs typeface="微软雅黑" panose="020B0503020204020204" charset="-122"/>
        </a:defRPr>
      </a:lvl1pPr>
      <a:lvl2pPr marL="742950" indent="-285750" algn="l" defTabSz="914400" eaLnBrk="1" fontAlgn="base" hangingPunct="1">
        <a:spcBef>
          <a:spcPct val="20000"/>
        </a:spcBef>
        <a:spcAft>
          <a:spcPts val="0"/>
        </a:spcAft>
        <a:buFont typeface="Arial" panose="020B0604020202020204" pitchFamily="34" charset="0"/>
        <a:buChar char="–"/>
        <a:defRPr sz="1500" b="1">
          <a:solidFill>
            <a:srgbClr val="212121"/>
          </a:solidFill>
          <a:latin typeface="微软雅黑" panose="020B0503020204020204" charset="-122"/>
          <a:ea typeface="微软雅黑" panose="020B0503020204020204" charset="-122"/>
        </a:defRPr>
      </a:lvl2pPr>
      <a:lvl3pPr marL="1143000" indent="-228600" algn="l" defTabSz="914400" eaLnBrk="1" fontAlgn="base" hangingPunct="1">
        <a:spcBef>
          <a:spcPct val="20000"/>
        </a:spcBef>
        <a:spcAft>
          <a:spcPts val="0"/>
        </a:spcAft>
        <a:buFont typeface="Arial" panose="020B0604020202020204" pitchFamily="34" charset="0"/>
        <a:buChar char="•"/>
        <a:defRPr sz="1500" b="1">
          <a:solidFill>
            <a:srgbClr val="212121"/>
          </a:solidFill>
          <a:latin typeface="微软雅黑" panose="020B0503020204020204" charset="-122"/>
          <a:ea typeface="微软雅黑" panose="020B0503020204020204" charset="-122"/>
        </a:defRPr>
      </a:lvl3pPr>
      <a:lvl4pPr marL="1600200" indent="-228600" algn="l" defTabSz="914400" eaLnBrk="1" fontAlgn="base" hangingPunct="1">
        <a:spcBef>
          <a:spcPct val="20000"/>
        </a:spcBef>
        <a:spcAft>
          <a:spcPts val="0"/>
        </a:spcAft>
        <a:buFont typeface="Arial" panose="020B0604020202020204" pitchFamily="34" charset="0"/>
        <a:buChar char="–"/>
        <a:defRPr sz="1500" b="1">
          <a:solidFill>
            <a:srgbClr val="212121"/>
          </a:solidFill>
          <a:latin typeface="微软雅黑" panose="020B0503020204020204" charset="-122"/>
          <a:ea typeface="微软雅黑" panose="020B0503020204020204" charset="-122"/>
        </a:defRPr>
      </a:lvl4pPr>
      <a:lvl5pPr marL="2057400" indent="-228600" algn="l" defTabSz="914400" eaLnBrk="1" fontAlgn="base" hangingPunct="1">
        <a:spcBef>
          <a:spcPct val="20000"/>
        </a:spcBef>
        <a:spcAft>
          <a:spcPts val="0"/>
        </a:spcAft>
        <a:buFont typeface="Arial" panose="020B0604020202020204" pitchFamily="34" charset="0"/>
        <a:buChar char="»"/>
        <a:defRPr sz="1500" b="1">
          <a:solidFill>
            <a:srgbClr val="212121"/>
          </a:solidFill>
          <a:latin typeface="微软雅黑" panose="020B0503020204020204" charset="-122"/>
          <a:ea typeface="微软雅黑" panose="020B0503020204020204" charset="-122"/>
        </a:defRPr>
      </a:lvl5pPr>
      <a:lvl6pPr marL="2514600" indent="-228600" algn="l" defTabSz="914400" eaLnBrk="1" fontAlgn="base" hangingPunct="1">
        <a:spcBef>
          <a:spcPct val="20000"/>
        </a:spcBef>
        <a:spcAft>
          <a:spcPts val="0"/>
        </a:spcAft>
        <a:buFont typeface="Arial" panose="020B0604020202020204" pitchFamily="34" charset="0"/>
        <a:buChar char="»"/>
        <a:defRPr sz="1500" b="1">
          <a:solidFill>
            <a:srgbClr val="212121"/>
          </a:solidFill>
          <a:latin typeface="微软雅黑" panose="020B0503020204020204" charset="-122"/>
          <a:ea typeface="微软雅黑" panose="020B0503020204020204" charset="-122"/>
        </a:defRPr>
      </a:lvl6pPr>
      <a:lvl7pPr marL="2971800" indent="-228600" algn="l" defTabSz="914400" eaLnBrk="1" fontAlgn="base" hangingPunct="1">
        <a:spcBef>
          <a:spcPct val="20000"/>
        </a:spcBef>
        <a:spcAft>
          <a:spcPts val="0"/>
        </a:spcAft>
        <a:buFont typeface="Arial" panose="020B0604020202020204" pitchFamily="34" charset="0"/>
        <a:buChar char="»"/>
        <a:defRPr sz="1500" b="1">
          <a:solidFill>
            <a:srgbClr val="212121"/>
          </a:solidFill>
          <a:latin typeface="微软雅黑" panose="020B0503020204020204" charset="-122"/>
          <a:ea typeface="微软雅黑" panose="020B0503020204020204" charset="-122"/>
        </a:defRPr>
      </a:lvl7pPr>
      <a:lvl8pPr marL="3429000" indent="-228600" algn="l" defTabSz="914400" eaLnBrk="1" fontAlgn="base" hangingPunct="1">
        <a:spcBef>
          <a:spcPct val="20000"/>
        </a:spcBef>
        <a:spcAft>
          <a:spcPts val="0"/>
        </a:spcAft>
        <a:buFont typeface="Arial" panose="020B0604020202020204" pitchFamily="34" charset="0"/>
        <a:buChar char="»"/>
        <a:defRPr sz="1500" b="1">
          <a:solidFill>
            <a:srgbClr val="212121"/>
          </a:solidFill>
          <a:latin typeface="微软雅黑" panose="020B0503020204020204" charset="-122"/>
          <a:ea typeface="微软雅黑" panose="020B0503020204020204" charset="-122"/>
        </a:defRPr>
      </a:lvl8pPr>
      <a:lvl9pPr marL="3429000" indent="-228600" algn="l" defTabSz="914400" eaLnBrk="1" fontAlgn="base" hangingPunct="1">
        <a:spcBef>
          <a:spcPct val="20000"/>
        </a:spcBef>
        <a:spcAft>
          <a:spcPts val="0"/>
        </a:spcAft>
        <a:buFont typeface="Arial" panose="020B0604020202020204" pitchFamily="34" charset="0"/>
        <a:buChar char="»"/>
        <a:defRPr sz="1500" b="1">
          <a:solidFill>
            <a:srgbClr val="212121"/>
          </a:solidFill>
          <a:latin typeface="微软雅黑" panose="020B0503020204020204" charset="-122"/>
          <a:ea typeface="微软雅黑" panose="020B0503020204020204" charset="-122"/>
        </a:defRPr>
      </a:lvl9pPr>
    </p:bodyStyle>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p:cNvSpPr/>
          <p:nvPr/>
        </p:nvSpPr>
        <p:spPr>
          <a:xfrm>
            <a:off x="0" y="2283718"/>
            <a:ext cx="9144000" cy="553085"/>
          </a:xfrm>
          <a:prstGeom prst="rect">
            <a:avLst/>
          </a:prstGeom>
          <a:noFill/>
          <a:ln w="9525" cap="flat" cmpd="sng">
            <a:noFill/>
            <a:prstDash val="solid"/>
            <a:miter/>
          </a:ln>
        </p:spPr>
        <p:txBody>
          <a:bodyPr vert="horz" wrap="square" lIns="91440" tIns="45720" rIns="91440" bIns="45720" anchor="t" anchorCtr="0">
            <a:spAutoFit/>
          </a:bodyPr>
          <a:lstStyle/>
          <a:p>
            <a:pPr algn="ctr"/>
            <a:r>
              <a:rPr lang="zh-CN" altLang="en-US" sz="3000" b="1" kern="0" dirty="0">
                <a:solidFill>
                  <a:srgbClr val="C9394A"/>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启程 - 从零到Vue.js</a:t>
            </a:r>
            <a:endParaRPr lang="zh-CN" altLang="en-US" sz="3000" b="1" kern="0" dirty="0">
              <a:solidFill>
                <a:srgbClr val="C9394A"/>
              </a:solidFill>
              <a:latin typeface="微软雅黑" panose="020B0503020204020204" charset="-122"/>
              <a:ea typeface="微软雅黑" panose="020B0503020204020204" charset="-122"/>
              <a:cs typeface="微软雅黑" panose="020B0503020204020204" charset="-122"/>
              <a:sym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矩形"/>
          <p:cNvSpPr/>
          <p:nvPr/>
        </p:nvSpPr>
        <p:spPr>
          <a:xfrm>
            <a:off x="543224" y="2725095"/>
            <a:ext cx="8565279" cy="398780"/>
          </a:xfrm>
          <a:prstGeom prst="rect">
            <a:avLst/>
          </a:prstGeom>
          <a:noFill/>
          <a:ln w="9525" cap="flat" cmpd="sng">
            <a:noFill/>
            <a:prstDash val="solid"/>
            <a:miter/>
          </a:ln>
        </p:spPr>
        <p:txBody>
          <a:bodyPr vert="horz" wrap="square" lIns="91440" tIns="45720" rIns="91440" bIns="45720" anchor="ctr" anchorCtr="0">
            <a:spAutoFit/>
          </a:bodyPr>
          <a:lstStyle/>
          <a:p>
            <a:pPr marL="800100" lvl="1" indent="-342900">
              <a:buFont typeface="Wingdings" panose="05000000000000000000" pitchFamily="2" charset="2"/>
              <a:buChar char="u"/>
            </a:pPr>
            <a:r>
              <a:rPr lang="zh-CN"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学习时间占比：页面功能</a:t>
            </a:r>
            <a:r>
              <a:rPr lang="en-US" altLang="zh-CN"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 &gt; </a:t>
            </a:r>
            <a:r>
              <a:rPr lang="zh-CN" altLang="en-US"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页面结构</a:t>
            </a:r>
            <a:r>
              <a:rPr lang="en-US" altLang="zh-CN"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 &gt; </a:t>
            </a:r>
            <a:r>
              <a:rPr lang="zh-CN" altLang="en-US"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页面</a:t>
            </a:r>
            <a:r>
              <a:rPr lang="zh-CN"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样式</a:t>
            </a:r>
            <a:endParaRPr lang="zh-CN"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endParaRPr>
          </a:p>
        </p:txBody>
      </p:sp>
      <p:sp>
        <p:nvSpPr>
          <p:cNvPr id="15" name="矩形"/>
          <p:cNvSpPr/>
          <p:nvPr/>
        </p:nvSpPr>
        <p:spPr>
          <a:xfrm>
            <a:off x="539750" y="1185228"/>
            <a:ext cx="8298180" cy="1014730"/>
          </a:xfrm>
          <a:prstGeom prst="rect">
            <a:avLst/>
          </a:prstGeom>
          <a:noFill/>
          <a:ln w="9525" cap="flat" cmpd="sng">
            <a:noFill/>
            <a:prstDash val="solid"/>
            <a:miter/>
          </a:ln>
        </p:spPr>
        <p:txBody>
          <a:bodyPr vert="horz" wrap="square" lIns="91440" tIns="45720" rIns="91440" bIns="45720" anchor="ctr" anchorCtr="0">
            <a:spAutoFit/>
          </a:bodyPr>
          <a:lstStyle/>
          <a:p>
            <a:pPr marL="800100" lvl="1" indent="-342900">
              <a:buFont typeface="Wingdings" panose="05000000000000000000" pitchFamily="2" charset="2"/>
              <a:buChar char="u"/>
            </a:pPr>
            <a:r>
              <a:rPr lang="zh-CN" altLang="en-US" sz="200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学习目标：从零完成仿</a:t>
            </a:r>
            <a:r>
              <a:rPr lang="en-US" altLang="zh-CN" sz="200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B</a:t>
            </a:r>
            <a:r>
              <a:rPr lang="zh-CN" altLang="en-US" sz="200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站前端项目全周期开发，内容包括开发环境搭建、页面结构搭建、功能实现、样式调整、功能调试、项目打包部署。</a:t>
            </a:r>
            <a:endParaRPr lang="zh-CN" altLang="en-US"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endParaRPr>
          </a:p>
        </p:txBody>
      </p:sp>
      <p:sp>
        <p:nvSpPr>
          <p:cNvPr id="16" name="矩形"/>
          <p:cNvSpPr/>
          <p:nvPr/>
        </p:nvSpPr>
        <p:spPr>
          <a:xfrm>
            <a:off x="560239" y="3957275"/>
            <a:ext cx="8565279" cy="398780"/>
          </a:xfrm>
          <a:prstGeom prst="rect">
            <a:avLst/>
          </a:prstGeom>
          <a:noFill/>
          <a:ln w="9525" cap="flat" cmpd="sng">
            <a:noFill/>
            <a:prstDash val="solid"/>
            <a:miter/>
          </a:ln>
        </p:spPr>
        <p:txBody>
          <a:bodyPr vert="horz" wrap="square" lIns="91440" tIns="45720" rIns="91440" bIns="45720" anchor="ctr" anchorCtr="0">
            <a:spAutoFit/>
          </a:bodyPr>
          <a:lstStyle/>
          <a:p>
            <a:pPr marL="800100" lvl="1" indent="-342900" algn="l">
              <a:lnSpc>
                <a:spcPct val="100000"/>
              </a:lnSpc>
              <a:spcBef>
                <a:spcPts val="0"/>
              </a:spcBef>
              <a:spcAft>
                <a:spcPts val="0"/>
              </a:spcAft>
              <a:buFont typeface="Wingdings" panose="05000000000000000000" pitchFamily="2" charset="2"/>
              <a:buChar char="u"/>
            </a:pPr>
            <a:r>
              <a:rPr lang="zh-CN" altLang="en-US"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前置知识储备：最基本的</a:t>
            </a:r>
            <a:r>
              <a:rPr lang="en-US" altLang="zh-CN"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JavaScript</a:t>
            </a:r>
            <a:r>
              <a:rPr lang="zh-CN" altLang="en-US"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语法和</a:t>
            </a:r>
            <a:r>
              <a:rPr lang="en-US" altLang="zh-CN"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Html</a:t>
            </a:r>
            <a:r>
              <a:rPr lang="zh-CN" altLang="en-US"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标签</a:t>
            </a:r>
            <a:endParaRPr lang="zh-CN" altLang="en-US"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endParaRPr>
          </a:p>
        </p:txBody>
      </p:sp>
      <p:sp>
        <p:nvSpPr>
          <p:cNvPr id="17" name="矩形"/>
          <p:cNvSpPr/>
          <p:nvPr/>
        </p:nvSpPr>
        <p:spPr>
          <a:xfrm>
            <a:off x="3718561" y="577890"/>
            <a:ext cx="1706880" cy="553085"/>
          </a:xfrm>
          <a:prstGeom prst="rect">
            <a:avLst/>
          </a:prstGeom>
          <a:noFill/>
          <a:ln w="9525" cap="flat" cmpd="sng">
            <a:noFill/>
            <a:prstDash val="solid"/>
            <a:miter/>
          </a:ln>
        </p:spPr>
        <p:txBody>
          <a:bodyPr vert="horz" wrap="none" lIns="91440" tIns="45720" rIns="91440" bIns="45720" anchor="t" anchorCtr="0">
            <a:spAutoFit/>
          </a:bodyPr>
          <a:lstStyle/>
          <a:p>
            <a:pPr algn="ctr"/>
            <a:r>
              <a:rPr lang="zh-CN" altLang="en-US" sz="3000" b="1" u="none" strike="noStrike" kern="0" cap="none" spc="0" baseline="0" dirty="0" err="1">
                <a:solidFill>
                  <a:srgbClr val="C9394A"/>
                </a:solidFill>
                <a:latin typeface="微软雅黑" panose="020B0503020204020204" charset="-122"/>
                <a:ea typeface="微软雅黑" panose="020B0503020204020204" charset="-122"/>
                <a:cs typeface="微软雅黑" panose="020B0503020204020204" charset="-122"/>
              </a:rPr>
              <a:t>学习内容</a:t>
            </a:r>
            <a:endParaRPr lang="zh-CN" altLang="en-US" sz="3000" b="1" u="none" strike="noStrike" kern="0" cap="none" spc="0" baseline="0" dirty="0" err="1">
              <a:solidFill>
                <a:srgbClr val="C9394A"/>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矩形"/>
          <p:cNvSpPr/>
          <p:nvPr/>
        </p:nvSpPr>
        <p:spPr>
          <a:xfrm>
            <a:off x="543224" y="2725095"/>
            <a:ext cx="8565279" cy="398780"/>
          </a:xfrm>
          <a:prstGeom prst="rect">
            <a:avLst/>
          </a:prstGeom>
          <a:noFill/>
          <a:ln w="9525" cap="flat" cmpd="sng">
            <a:noFill/>
            <a:prstDash val="solid"/>
            <a:miter/>
          </a:ln>
        </p:spPr>
        <p:txBody>
          <a:bodyPr vert="horz" wrap="square" lIns="91440" tIns="45720" rIns="91440" bIns="45720" anchor="ctr" anchorCtr="0">
            <a:spAutoFit/>
          </a:bodyPr>
          <a:lstStyle/>
          <a:p>
            <a:pPr marL="800100" lvl="1" indent="-342900">
              <a:buFont typeface="Wingdings" panose="05000000000000000000" pitchFamily="2" charset="2"/>
              <a:buChar char="u"/>
            </a:pPr>
            <a:r>
              <a:rPr lang="zh-CN" altLang="en-US"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开发工具：本课程统一使用JetBrains</a:t>
            </a:r>
            <a:r>
              <a:rPr lang="en-US" altLang="zh-CN"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 WebStorm</a:t>
            </a:r>
            <a:endParaRPr lang="zh-CN" altLang="en-US"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endParaRPr>
          </a:p>
        </p:txBody>
      </p:sp>
      <p:sp>
        <p:nvSpPr>
          <p:cNvPr id="15" name="矩形"/>
          <p:cNvSpPr/>
          <p:nvPr/>
        </p:nvSpPr>
        <p:spPr>
          <a:xfrm>
            <a:off x="539551" y="1492915"/>
            <a:ext cx="8565279" cy="398780"/>
          </a:xfrm>
          <a:prstGeom prst="rect">
            <a:avLst/>
          </a:prstGeom>
          <a:noFill/>
          <a:ln w="9525" cap="flat" cmpd="sng">
            <a:noFill/>
            <a:prstDash val="solid"/>
            <a:miter/>
          </a:ln>
        </p:spPr>
        <p:txBody>
          <a:bodyPr vert="horz" wrap="square" lIns="91440" tIns="45720" rIns="91440" bIns="45720" anchor="ctr" anchorCtr="0">
            <a:spAutoFit/>
          </a:bodyPr>
          <a:lstStyle/>
          <a:p>
            <a:pPr marL="800100" lvl="1" indent="-342900">
              <a:buFont typeface="Wingdings" panose="05000000000000000000" pitchFamily="2" charset="2"/>
              <a:buChar char="u"/>
            </a:pPr>
            <a:r>
              <a:rPr lang="zh-CN" altLang="en-US"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rPr>
              <a:t>操作系统：</a:t>
            </a:r>
            <a:r>
              <a:rPr lang="en-US" altLang="zh-CN"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rPr>
              <a:t>Linux/Mac/Windows</a:t>
            </a:r>
            <a:r>
              <a:rPr lang="zh-CN" altLang="en-US"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rPr>
              <a:t>均可</a:t>
            </a:r>
            <a:endParaRPr lang="zh-CN" altLang="en-US"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endParaRPr>
          </a:p>
        </p:txBody>
      </p:sp>
      <p:sp>
        <p:nvSpPr>
          <p:cNvPr id="16" name="矩形"/>
          <p:cNvSpPr/>
          <p:nvPr/>
        </p:nvSpPr>
        <p:spPr>
          <a:xfrm>
            <a:off x="560070" y="3803015"/>
            <a:ext cx="8184515" cy="706755"/>
          </a:xfrm>
          <a:prstGeom prst="rect">
            <a:avLst/>
          </a:prstGeom>
          <a:noFill/>
          <a:ln w="9525" cap="flat" cmpd="sng">
            <a:noFill/>
            <a:prstDash val="solid"/>
            <a:miter/>
          </a:ln>
        </p:spPr>
        <p:txBody>
          <a:bodyPr vert="horz" wrap="square" lIns="91440" tIns="45720" rIns="91440" bIns="45720" anchor="ctr" anchorCtr="0">
            <a:spAutoFit/>
          </a:bodyPr>
          <a:lstStyle/>
          <a:p>
            <a:pPr marL="800100" lvl="1" indent="-342900" algn="l">
              <a:lnSpc>
                <a:spcPct val="100000"/>
              </a:lnSpc>
              <a:spcBef>
                <a:spcPts val="0"/>
              </a:spcBef>
              <a:spcAft>
                <a:spcPts val="0"/>
              </a:spcAft>
              <a:buFont typeface="Wingdings" panose="05000000000000000000" pitchFamily="2" charset="2"/>
              <a:buChar char="u"/>
            </a:pPr>
            <a:r>
              <a:rPr lang="zh-CN" altLang="en-US"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前置安装：</a:t>
            </a:r>
            <a:r>
              <a:rPr lang="en-US" altLang="zh-CN"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Node.js</a:t>
            </a:r>
            <a:r>
              <a:rPr lang="zh-CN" altLang="en-US"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（简称</a:t>
            </a:r>
            <a:r>
              <a:rPr lang="en-US" altLang="zh-CN"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Node</a:t>
            </a:r>
            <a:r>
              <a:rPr lang="zh-CN" altLang="en-US"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），可以提供项目运行环境和强大的依赖管理工具</a:t>
            </a:r>
            <a:r>
              <a:rPr lang="en-US" altLang="zh-CN"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NPM</a:t>
            </a:r>
            <a:r>
              <a:rPr lang="zh-CN" altLang="en-US"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（Node Package Manager）</a:t>
            </a:r>
            <a:endParaRPr lang="zh-CN" altLang="en-US"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endParaRPr>
          </a:p>
        </p:txBody>
      </p:sp>
      <p:sp>
        <p:nvSpPr>
          <p:cNvPr id="17" name="矩形"/>
          <p:cNvSpPr/>
          <p:nvPr/>
        </p:nvSpPr>
        <p:spPr>
          <a:xfrm>
            <a:off x="3718561" y="577890"/>
            <a:ext cx="1706880" cy="553085"/>
          </a:xfrm>
          <a:prstGeom prst="rect">
            <a:avLst/>
          </a:prstGeom>
          <a:noFill/>
          <a:ln w="9525" cap="flat" cmpd="sng">
            <a:noFill/>
            <a:prstDash val="solid"/>
            <a:miter/>
          </a:ln>
        </p:spPr>
        <p:txBody>
          <a:bodyPr vert="horz" wrap="none" lIns="91440" tIns="45720" rIns="91440" bIns="45720" anchor="t" anchorCtr="0">
            <a:spAutoFit/>
          </a:bodyPr>
          <a:lstStyle/>
          <a:p>
            <a:pPr algn="ctr"/>
            <a:r>
              <a:rPr lang="zh-CN" altLang="en-US" sz="3000" b="1" u="none" strike="noStrike" kern="0" cap="none" spc="0" baseline="0" dirty="0" err="1">
                <a:solidFill>
                  <a:srgbClr val="C9394A"/>
                </a:solidFill>
                <a:latin typeface="微软雅黑" panose="020B0503020204020204" charset="-122"/>
                <a:ea typeface="微软雅黑" panose="020B0503020204020204" charset="-122"/>
                <a:cs typeface="微软雅黑" panose="020B0503020204020204" charset="-122"/>
              </a:rPr>
              <a:t>本章导学</a:t>
            </a:r>
            <a:endParaRPr lang="zh-CN" altLang="en-US" sz="3000" b="1" u="none" strike="noStrike" kern="0" cap="none" spc="0" baseline="0" dirty="0" err="1">
              <a:solidFill>
                <a:srgbClr val="C9394A"/>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p:cNvSpPr/>
          <p:nvPr/>
        </p:nvSpPr>
        <p:spPr>
          <a:xfrm>
            <a:off x="543224" y="2725095"/>
            <a:ext cx="8565279" cy="398780"/>
          </a:xfrm>
          <a:prstGeom prst="rect">
            <a:avLst/>
          </a:prstGeom>
          <a:noFill/>
          <a:ln w="9525" cap="flat" cmpd="sng">
            <a:noFill/>
            <a:prstDash val="solid"/>
            <a:miter/>
          </a:ln>
        </p:spPr>
        <p:txBody>
          <a:bodyPr vert="horz" wrap="square" lIns="91440" tIns="45720" rIns="91440" bIns="45720" anchor="ctr" anchorCtr="0">
            <a:spAutoFit/>
          </a:bodyPr>
          <a:lstStyle/>
          <a:p>
            <a:pPr marL="800100" lvl="1" indent="-342900">
              <a:buFont typeface="Wingdings" panose="05000000000000000000" pitchFamily="2" charset="2"/>
              <a:buChar char="u"/>
            </a:pPr>
            <a:r>
              <a:rPr lang="en-US" altLang="zh-CN" sz="2000" dirty="0">
                <a:solidFill>
                  <a:srgbClr val="474747"/>
                </a:solidFill>
                <a:latin typeface="微软雅黑" panose="020B0503020204020204" charset="-122"/>
                <a:ea typeface="微软雅黑" panose="020B0503020204020204" charset="-122"/>
                <a:cs typeface="微软雅黑" panose="020B0503020204020204" charset="-122"/>
                <a:sym typeface="+mn-ea"/>
              </a:rPr>
              <a:t>2</a:t>
            </a:r>
            <a:r>
              <a:rPr lang="zh-CN" altLang="en-US" sz="2000" dirty="0">
                <a:solidFill>
                  <a:srgbClr val="474747"/>
                </a:solidFill>
                <a:latin typeface="微软雅黑" panose="020B0503020204020204" charset="-122"/>
                <a:ea typeface="微软雅黑" panose="020B0503020204020204" charset="-122"/>
                <a:cs typeface="微软雅黑" panose="020B0503020204020204" charset="-122"/>
                <a:sym typeface="+mn-ea"/>
              </a:rPr>
              <a:t>、</a:t>
            </a:r>
            <a:r>
              <a:rPr lang="zh-CN" sz="2000" dirty="0">
                <a:solidFill>
                  <a:srgbClr val="474747"/>
                </a:solidFill>
                <a:latin typeface="微软雅黑" panose="020B0503020204020204" charset="-122"/>
                <a:ea typeface="微软雅黑" panose="020B0503020204020204" charset="-122"/>
                <a:cs typeface="微软雅黑" panose="020B0503020204020204" charset="-122"/>
                <a:sym typeface="+mn-ea"/>
              </a:rPr>
              <a:t>Vue、</a:t>
            </a:r>
            <a:r>
              <a:rPr lang="en-US" altLang="zh-CN" sz="2000" dirty="0">
                <a:solidFill>
                  <a:srgbClr val="474747"/>
                </a:solidFill>
                <a:latin typeface="微软雅黑" panose="020B0503020204020204" charset="-122"/>
                <a:ea typeface="微软雅黑" panose="020B0503020204020204" charset="-122"/>
                <a:cs typeface="微软雅黑" panose="020B0503020204020204" charset="-122"/>
                <a:sym typeface="+mn-ea"/>
              </a:rPr>
              <a:t>Vue CLI</a:t>
            </a:r>
            <a:r>
              <a:rPr lang="zh-CN" altLang="en-US" sz="2000" dirty="0">
                <a:solidFill>
                  <a:srgbClr val="474747"/>
                </a:solidFill>
                <a:latin typeface="微软雅黑" panose="020B0503020204020204" charset="-122"/>
                <a:ea typeface="微软雅黑" panose="020B0503020204020204" charset="-122"/>
                <a:cs typeface="微软雅黑" panose="020B0503020204020204" charset="-122"/>
                <a:sym typeface="+mn-ea"/>
              </a:rPr>
              <a:t>介绍</a:t>
            </a:r>
            <a:endParaRPr lang="zh-CN" altLang="en-US" sz="2000" dirty="0">
              <a:solidFill>
                <a:srgbClr val="474747"/>
              </a:solidFill>
              <a:latin typeface="微软雅黑" panose="020B0503020204020204" charset="-122"/>
              <a:ea typeface="微软雅黑" panose="020B0503020204020204" charset="-122"/>
              <a:cs typeface="微软雅黑" panose="020B0503020204020204" charset="-122"/>
              <a:sym typeface="+mn-ea"/>
            </a:endParaRPr>
          </a:p>
        </p:txBody>
      </p:sp>
      <p:sp>
        <p:nvSpPr>
          <p:cNvPr id="15" name="矩形"/>
          <p:cNvSpPr/>
          <p:nvPr/>
        </p:nvSpPr>
        <p:spPr>
          <a:xfrm>
            <a:off x="539551" y="1492915"/>
            <a:ext cx="8565279" cy="398780"/>
          </a:xfrm>
          <a:prstGeom prst="rect">
            <a:avLst/>
          </a:prstGeom>
          <a:noFill/>
          <a:ln w="9525" cap="flat" cmpd="sng">
            <a:noFill/>
            <a:prstDash val="solid"/>
            <a:miter/>
          </a:ln>
        </p:spPr>
        <p:txBody>
          <a:bodyPr vert="horz" wrap="square" lIns="91440" tIns="45720" rIns="91440" bIns="45720" anchor="ctr" anchorCtr="0">
            <a:spAutoFit/>
          </a:bodyPr>
          <a:lstStyle/>
          <a:p>
            <a:pPr marL="800100" lvl="1" indent="-342900">
              <a:buFont typeface="Wingdings" panose="05000000000000000000" pitchFamily="2" charset="2"/>
              <a:buChar char="u"/>
            </a:pPr>
            <a:r>
              <a:rPr lang="en-US" altLang="zh-CN"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rPr>
              <a:t>1</a:t>
            </a:r>
            <a:r>
              <a:rPr lang="zh-CN" altLang="en-US"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rPr>
              <a:t>、</a:t>
            </a:r>
            <a:r>
              <a:rPr lang="zh-CN"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rPr>
              <a:t>安装配置 Node.js</a:t>
            </a:r>
            <a:endParaRPr lang="zh-CN"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endParaRPr>
          </a:p>
        </p:txBody>
      </p:sp>
      <p:sp>
        <p:nvSpPr>
          <p:cNvPr id="16" name="矩形"/>
          <p:cNvSpPr/>
          <p:nvPr/>
        </p:nvSpPr>
        <p:spPr>
          <a:xfrm>
            <a:off x="560239" y="3957275"/>
            <a:ext cx="8565279" cy="398780"/>
          </a:xfrm>
          <a:prstGeom prst="rect">
            <a:avLst/>
          </a:prstGeom>
          <a:noFill/>
          <a:ln w="9525" cap="flat" cmpd="sng">
            <a:noFill/>
            <a:prstDash val="solid"/>
            <a:miter/>
          </a:ln>
        </p:spPr>
        <p:txBody>
          <a:bodyPr vert="horz" wrap="square" lIns="91440" tIns="45720" rIns="91440" bIns="45720" anchor="ctr" anchorCtr="0">
            <a:spAutoFit/>
          </a:bodyPr>
          <a:lstStyle/>
          <a:p>
            <a:pPr marL="800100" lvl="1" indent="-342900" algn="l">
              <a:lnSpc>
                <a:spcPct val="100000"/>
              </a:lnSpc>
              <a:spcBef>
                <a:spcPts val="0"/>
              </a:spcBef>
              <a:spcAft>
                <a:spcPts val="0"/>
              </a:spcAft>
              <a:buFont typeface="Wingdings" panose="05000000000000000000" pitchFamily="2" charset="2"/>
              <a:buChar char="u"/>
            </a:pPr>
            <a:r>
              <a:rPr lang="en-US" altLang="zh-CN"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3</a:t>
            </a:r>
            <a:r>
              <a:rPr lang="zh-CN" altLang="en-US"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、使用 Vue CLI 创建项目、启动项目</a:t>
            </a:r>
            <a:endParaRPr lang="zh-CN" altLang="en-US"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endParaRPr>
          </a:p>
        </p:txBody>
      </p:sp>
      <p:sp>
        <p:nvSpPr>
          <p:cNvPr id="17" name="矩形"/>
          <p:cNvSpPr/>
          <p:nvPr/>
        </p:nvSpPr>
        <p:spPr>
          <a:xfrm>
            <a:off x="3718561" y="577890"/>
            <a:ext cx="1706880" cy="553085"/>
          </a:xfrm>
          <a:prstGeom prst="rect">
            <a:avLst/>
          </a:prstGeom>
          <a:noFill/>
          <a:ln w="9525" cap="flat" cmpd="sng">
            <a:noFill/>
            <a:prstDash val="solid"/>
            <a:miter/>
          </a:ln>
        </p:spPr>
        <p:txBody>
          <a:bodyPr vert="horz" wrap="none" lIns="91440" tIns="45720" rIns="91440" bIns="45720" anchor="t" anchorCtr="0">
            <a:spAutoFit/>
          </a:bodyPr>
          <a:lstStyle/>
          <a:p>
            <a:pPr algn="ctr"/>
            <a:r>
              <a:rPr lang="zh-CN" altLang="en-US" sz="3000" b="1" u="none" strike="noStrike" kern="0" cap="none" spc="0" baseline="0" dirty="0" err="1">
                <a:solidFill>
                  <a:srgbClr val="C9394A"/>
                </a:solidFill>
                <a:latin typeface="微软雅黑" panose="020B0503020204020204" charset="-122"/>
                <a:ea typeface="微软雅黑" panose="020B0503020204020204" charset="-122"/>
                <a:cs typeface="微软雅黑" panose="020B0503020204020204" charset="-122"/>
              </a:rPr>
              <a:t>本章导学</a:t>
            </a:r>
            <a:endParaRPr lang="zh-CN" altLang="en-US" sz="3000" b="1" u="none" strike="noStrike" kern="0" cap="none" spc="0" baseline="0" dirty="0" err="1">
              <a:solidFill>
                <a:srgbClr val="C9394A"/>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p:cNvSpPr/>
          <p:nvPr/>
        </p:nvSpPr>
        <p:spPr>
          <a:xfrm>
            <a:off x="542925" y="2571115"/>
            <a:ext cx="8062595" cy="706755"/>
          </a:xfrm>
          <a:prstGeom prst="rect">
            <a:avLst/>
          </a:prstGeom>
          <a:noFill/>
          <a:ln w="9525" cap="flat" cmpd="sng">
            <a:noFill/>
            <a:prstDash val="solid"/>
            <a:miter/>
          </a:ln>
        </p:spPr>
        <p:txBody>
          <a:bodyPr vert="horz" wrap="square" lIns="91440" tIns="45720" rIns="91440" bIns="45720" anchor="ctr" anchorCtr="0">
            <a:spAutoFit/>
          </a:bodyPr>
          <a:lstStyle/>
          <a:p>
            <a:pPr marL="800100" lvl="1" indent="-342900">
              <a:buFont typeface="Wingdings" panose="05000000000000000000" pitchFamily="2" charset="2"/>
              <a:buChar char="u"/>
            </a:pPr>
            <a:r>
              <a:rPr lang="en-US" sz="2000" dirty="0">
                <a:solidFill>
                  <a:srgbClr val="474747"/>
                </a:solidFill>
                <a:latin typeface="微软雅黑" panose="020B0503020204020204" charset="-122"/>
                <a:ea typeface="微软雅黑" panose="020B0503020204020204" charset="-122"/>
                <a:cs typeface="微软雅黑" panose="020B0503020204020204" charset="-122"/>
                <a:sym typeface="+mn-ea"/>
              </a:rPr>
              <a:t>VUE</a:t>
            </a:r>
            <a:r>
              <a:rPr lang="zh-CN" altLang="en-US" sz="2000" dirty="0">
                <a:solidFill>
                  <a:srgbClr val="474747"/>
                </a:solidFill>
                <a:latin typeface="微软雅黑" panose="020B0503020204020204" charset="-122"/>
                <a:ea typeface="微软雅黑" panose="020B0503020204020204" charset="-122"/>
                <a:cs typeface="微软雅黑" panose="020B0503020204020204" charset="-122"/>
                <a:sym typeface="+mn-ea"/>
              </a:rPr>
              <a:t>关键特点：组件化架构、数据绑定、指令、计算属性、事件处理、生命周期、Vue Router、Vuex</a:t>
            </a:r>
            <a:endParaRPr lang="zh-CN" altLang="en-US" sz="2000" dirty="0">
              <a:solidFill>
                <a:srgbClr val="474747"/>
              </a:solidFill>
              <a:latin typeface="微软雅黑" panose="020B0503020204020204" charset="-122"/>
              <a:ea typeface="微软雅黑" panose="020B0503020204020204" charset="-122"/>
              <a:cs typeface="微软雅黑" panose="020B0503020204020204" charset="-122"/>
              <a:sym typeface="+mn-ea"/>
            </a:endParaRPr>
          </a:p>
        </p:txBody>
      </p:sp>
      <p:sp>
        <p:nvSpPr>
          <p:cNvPr id="15" name="矩形"/>
          <p:cNvSpPr/>
          <p:nvPr/>
        </p:nvSpPr>
        <p:spPr>
          <a:xfrm>
            <a:off x="539750" y="1185228"/>
            <a:ext cx="8065770" cy="1014730"/>
          </a:xfrm>
          <a:prstGeom prst="rect">
            <a:avLst/>
          </a:prstGeom>
          <a:noFill/>
          <a:ln w="9525" cap="flat" cmpd="sng">
            <a:noFill/>
            <a:prstDash val="solid"/>
            <a:miter/>
          </a:ln>
        </p:spPr>
        <p:txBody>
          <a:bodyPr vert="horz" wrap="square" lIns="91440" tIns="45720" rIns="91440" bIns="45720" anchor="ctr" anchorCtr="0">
            <a:spAutoFit/>
          </a:bodyPr>
          <a:lstStyle/>
          <a:p>
            <a:pPr marL="800100" lvl="1" indent="-342900">
              <a:buFont typeface="Wingdings" panose="05000000000000000000" pitchFamily="2" charset="2"/>
              <a:buChar char="u"/>
            </a:pPr>
            <a:r>
              <a:rPr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rPr>
              <a:t>Vue.js 是一种流行的开源JavaScript框架，用于构建用户界面和单页面应用程序，于2014年首次发布。以其简单性和易于集成到现有项目中而闻名</a:t>
            </a:r>
            <a:r>
              <a:rPr lang="zh-CN"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rPr>
              <a:t>。</a:t>
            </a:r>
            <a:endParaRPr lang="zh-CN"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endParaRPr>
          </a:p>
        </p:txBody>
      </p:sp>
      <p:sp>
        <p:nvSpPr>
          <p:cNvPr id="16" name="矩形"/>
          <p:cNvSpPr/>
          <p:nvPr/>
        </p:nvSpPr>
        <p:spPr>
          <a:xfrm>
            <a:off x="560070" y="3649345"/>
            <a:ext cx="8074025" cy="1014730"/>
          </a:xfrm>
          <a:prstGeom prst="rect">
            <a:avLst/>
          </a:prstGeom>
          <a:noFill/>
          <a:ln w="9525" cap="flat" cmpd="sng">
            <a:noFill/>
            <a:prstDash val="solid"/>
            <a:miter/>
          </a:ln>
        </p:spPr>
        <p:txBody>
          <a:bodyPr vert="horz" wrap="square" lIns="91440" tIns="45720" rIns="91440" bIns="45720" anchor="ctr" anchorCtr="0">
            <a:spAutoFit/>
          </a:bodyPr>
          <a:lstStyle/>
          <a:p>
            <a:pPr marL="800100" lvl="1" indent="-342900" algn="l">
              <a:lnSpc>
                <a:spcPct val="100000"/>
              </a:lnSpc>
              <a:spcBef>
                <a:spcPts val="0"/>
              </a:spcBef>
              <a:spcAft>
                <a:spcPts val="0"/>
              </a:spcAft>
              <a:buFont typeface="Wingdings" panose="05000000000000000000" pitchFamily="2" charset="2"/>
              <a:buChar char="u"/>
            </a:pPr>
            <a:r>
              <a:rPr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Vue.js拥有活跃的社区和不断增长的生态系统。它有完善的文档，相对容易学习和上手。无论是构建小型项目还是复杂的应用程序，Vue.js都可以成为前端开发需求的强大选择。</a:t>
            </a:r>
            <a:endParaRPr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endParaRPr>
          </a:p>
        </p:txBody>
      </p:sp>
      <p:sp>
        <p:nvSpPr>
          <p:cNvPr id="17" name="矩形"/>
          <p:cNvSpPr/>
          <p:nvPr/>
        </p:nvSpPr>
        <p:spPr>
          <a:xfrm>
            <a:off x="3706496" y="577890"/>
            <a:ext cx="1731010" cy="553085"/>
          </a:xfrm>
          <a:prstGeom prst="rect">
            <a:avLst/>
          </a:prstGeom>
          <a:noFill/>
          <a:ln w="9525" cap="flat" cmpd="sng">
            <a:noFill/>
            <a:prstDash val="solid"/>
            <a:miter/>
          </a:ln>
        </p:spPr>
        <p:txBody>
          <a:bodyPr vert="horz" wrap="none" lIns="91440" tIns="45720" rIns="91440" bIns="45720" anchor="t" anchorCtr="0">
            <a:spAutoFit/>
          </a:bodyPr>
          <a:lstStyle/>
          <a:p>
            <a:pPr algn="ctr"/>
            <a:r>
              <a:rPr lang="en-US" altLang="zh-CN" sz="3000" b="1" u="none" strike="noStrike" kern="0" cap="none" spc="0" baseline="0" dirty="0" err="1">
                <a:solidFill>
                  <a:srgbClr val="C9394A"/>
                </a:solidFill>
                <a:latin typeface="微软雅黑" panose="020B0503020204020204" charset="-122"/>
                <a:ea typeface="微软雅黑" panose="020B0503020204020204" charset="-122"/>
                <a:cs typeface="微软雅黑" panose="020B0503020204020204" charset="-122"/>
              </a:rPr>
              <a:t>VUE</a:t>
            </a:r>
            <a:r>
              <a:rPr lang="zh-CN" altLang="en-US" sz="3000" b="1" u="none" strike="noStrike" kern="0" cap="none" spc="0" baseline="0" dirty="0" err="1">
                <a:solidFill>
                  <a:srgbClr val="C9394A"/>
                </a:solidFill>
                <a:latin typeface="微软雅黑" panose="020B0503020204020204" charset="-122"/>
                <a:ea typeface="微软雅黑" panose="020B0503020204020204" charset="-122"/>
                <a:cs typeface="微软雅黑" panose="020B0503020204020204" charset="-122"/>
              </a:rPr>
              <a:t>简介</a:t>
            </a:r>
            <a:endParaRPr lang="zh-CN" altLang="en-US" sz="3000" b="1" u="none" strike="noStrike" kern="0" cap="none" spc="0" baseline="0" dirty="0" err="1">
              <a:solidFill>
                <a:srgbClr val="C9394A"/>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p:cNvSpPr/>
          <p:nvPr/>
        </p:nvSpPr>
        <p:spPr>
          <a:xfrm>
            <a:off x="542925" y="2725103"/>
            <a:ext cx="8062595" cy="398780"/>
          </a:xfrm>
          <a:prstGeom prst="rect">
            <a:avLst/>
          </a:prstGeom>
          <a:noFill/>
          <a:ln w="9525" cap="flat" cmpd="sng">
            <a:noFill/>
            <a:prstDash val="solid"/>
            <a:miter/>
          </a:ln>
        </p:spPr>
        <p:txBody>
          <a:bodyPr vert="horz" wrap="square" lIns="91440" tIns="45720" rIns="91440" bIns="45720" anchor="ctr" anchorCtr="0">
            <a:spAutoFit/>
          </a:bodyPr>
          <a:lstStyle/>
          <a:p>
            <a:pPr marL="800100" lvl="1" indent="-342900">
              <a:buFont typeface="Wingdings" panose="05000000000000000000" pitchFamily="2" charset="2"/>
              <a:buChar char="u"/>
            </a:pPr>
            <a:r>
              <a:rPr sz="2000" dirty="0">
                <a:solidFill>
                  <a:srgbClr val="474747"/>
                </a:solidFill>
                <a:latin typeface="微软雅黑" panose="020B0503020204020204" charset="-122"/>
                <a:ea typeface="微软雅黑" panose="020B0503020204020204" charset="-122"/>
                <a:cs typeface="微软雅黑" panose="020B0503020204020204" charset="-122"/>
                <a:sym typeface="+mn-ea"/>
              </a:rPr>
              <a:t>主要特点和功能</a:t>
            </a:r>
            <a:r>
              <a:rPr lang="zh-CN" sz="2000" dirty="0">
                <a:solidFill>
                  <a:srgbClr val="474747"/>
                </a:solidFill>
                <a:latin typeface="微软雅黑" panose="020B0503020204020204" charset="-122"/>
                <a:ea typeface="微软雅黑" panose="020B0503020204020204" charset="-122"/>
                <a:cs typeface="微软雅黑" panose="020B0503020204020204" charset="-122"/>
                <a:sym typeface="+mn-ea"/>
              </a:rPr>
              <a:t>：快速创建项目、修改配置、构建和打包。</a:t>
            </a:r>
            <a:endParaRPr lang="zh-CN" sz="2000" dirty="0">
              <a:solidFill>
                <a:srgbClr val="474747"/>
              </a:solidFill>
              <a:latin typeface="微软雅黑" panose="020B0503020204020204" charset="-122"/>
              <a:ea typeface="微软雅黑" panose="020B0503020204020204" charset="-122"/>
              <a:cs typeface="微软雅黑" panose="020B0503020204020204" charset="-122"/>
              <a:sym typeface="+mn-ea"/>
            </a:endParaRPr>
          </a:p>
        </p:txBody>
      </p:sp>
      <p:sp>
        <p:nvSpPr>
          <p:cNvPr id="15" name="矩形"/>
          <p:cNvSpPr/>
          <p:nvPr/>
        </p:nvSpPr>
        <p:spPr>
          <a:xfrm>
            <a:off x="539750" y="1185228"/>
            <a:ext cx="8065770" cy="1014730"/>
          </a:xfrm>
          <a:prstGeom prst="rect">
            <a:avLst/>
          </a:prstGeom>
          <a:noFill/>
          <a:ln w="9525" cap="flat" cmpd="sng">
            <a:noFill/>
            <a:prstDash val="solid"/>
            <a:miter/>
          </a:ln>
        </p:spPr>
        <p:txBody>
          <a:bodyPr vert="horz" wrap="square" lIns="91440" tIns="45720" rIns="91440" bIns="45720" anchor="ctr" anchorCtr="0">
            <a:spAutoFit/>
          </a:bodyPr>
          <a:lstStyle/>
          <a:p>
            <a:pPr marL="800100" lvl="1" indent="-342900">
              <a:buFont typeface="Wingdings" panose="05000000000000000000" pitchFamily="2" charset="2"/>
              <a:buChar char="u"/>
            </a:pPr>
            <a:r>
              <a:rPr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rPr>
              <a:t>V</a:t>
            </a:r>
            <a:r>
              <a:rPr lang="en-US"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rPr>
              <a:t>UE</a:t>
            </a:r>
            <a:r>
              <a:rPr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rPr>
              <a:t> CLI（Command Line Interface）是一个用于快速搭建Vue项目的官方命令行工具。它提供了一套标准化的项目脚手架，可以帮助开发者更轻松地创建、管理和构建Vue应用程序</a:t>
            </a:r>
            <a:r>
              <a:rPr lang="zh-CN"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rPr>
              <a:t>。</a:t>
            </a:r>
            <a:endParaRPr lang="zh-CN"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endParaRPr>
          </a:p>
        </p:txBody>
      </p:sp>
      <p:sp>
        <p:nvSpPr>
          <p:cNvPr id="16" name="矩形"/>
          <p:cNvSpPr/>
          <p:nvPr/>
        </p:nvSpPr>
        <p:spPr>
          <a:xfrm>
            <a:off x="560070" y="3649345"/>
            <a:ext cx="8074025" cy="1014730"/>
          </a:xfrm>
          <a:prstGeom prst="rect">
            <a:avLst/>
          </a:prstGeom>
          <a:noFill/>
          <a:ln w="9525" cap="flat" cmpd="sng">
            <a:noFill/>
            <a:prstDash val="solid"/>
            <a:miter/>
          </a:ln>
        </p:spPr>
        <p:txBody>
          <a:bodyPr vert="horz" wrap="square" lIns="91440" tIns="45720" rIns="91440" bIns="45720" anchor="ctr" anchorCtr="0">
            <a:spAutoFit/>
          </a:bodyPr>
          <a:lstStyle/>
          <a:p>
            <a:pPr marL="800100" lvl="1" indent="-342900" algn="l">
              <a:lnSpc>
                <a:spcPct val="100000"/>
              </a:lnSpc>
              <a:spcBef>
                <a:spcPts val="0"/>
              </a:spcBef>
              <a:spcAft>
                <a:spcPts val="0"/>
              </a:spcAft>
              <a:buFont typeface="Wingdings" panose="05000000000000000000" pitchFamily="2" charset="2"/>
              <a:buChar char="u"/>
            </a:pPr>
            <a:r>
              <a:rPr lang="zh-CN"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总结：</a:t>
            </a:r>
            <a:r>
              <a:rPr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rPr>
              <a:t>Vue CLI是一个强大且易于使用的工具，为Vue.js项目提供了一套标准化的开发流程和最佳实践，使得开发者能够更专注于业务逻辑而不必过多关心配置和构建的细节。</a:t>
            </a:r>
            <a:endParaRPr sz="2000" u="none" strike="noStrike" kern="1200" cap="none" spc="0" baseline="0" dirty="0">
              <a:solidFill>
                <a:srgbClr val="474747"/>
              </a:solidFill>
              <a:latin typeface="微软雅黑" panose="020B0503020204020204" charset="-122"/>
              <a:ea typeface="微软雅黑" panose="020B0503020204020204" charset="-122"/>
              <a:cs typeface="微软雅黑" panose="020B0503020204020204" charset="-122"/>
              <a:sym typeface="Calibri" panose="020F0502020204030204" pitchFamily="34" charset="0"/>
            </a:endParaRPr>
          </a:p>
        </p:txBody>
      </p:sp>
      <p:sp>
        <p:nvSpPr>
          <p:cNvPr id="17" name="矩形"/>
          <p:cNvSpPr/>
          <p:nvPr/>
        </p:nvSpPr>
        <p:spPr>
          <a:xfrm>
            <a:off x="3353436" y="577890"/>
            <a:ext cx="2437130" cy="553085"/>
          </a:xfrm>
          <a:prstGeom prst="rect">
            <a:avLst/>
          </a:prstGeom>
          <a:noFill/>
          <a:ln w="9525" cap="flat" cmpd="sng">
            <a:noFill/>
            <a:prstDash val="solid"/>
            <a:miter/>
          </a:ln>
        </p:spPr>
        <p:txBody>
          <a:bodyPr vert="horz" wrap="none" lIns="91440" tIns="45720" rIns="91440" bIns="45720" anchor="t" anchorCtr="0">
            <a:spAutoFit/>
          </a:bodyPr>
          <a:lstStyle/>
          <a:p>
            <a:pPr algn="ctr"/>
            <a:r>
              <a:rPr lang="en-US" altLang="zh-CN" sz="3000" b="1" u="none" strike="noStrike" kern="0" cap="none" spc="0" baseline="0" dirty="0" err="1">
                <a:solidFill>
                  <a:srgbClr val="C9394A"/>
                </a:solidFill>
                <a:latin typeface="微软雅黑" panose="020B0503020204020204" charset="-122"/>
                <a:ea typeface="微软雅黑" panose="020B0503020204020204" charset="-122"/>
                <a:cs typeface="微软雅黑" panose="020B0503020204020204" charset="-122"/>
              </a:rPr>
              <a:t>VUE CLI</a:t>
            </a:r>
            <a:r>
              <a:rPr lang="zh-CN" altLang="en-US" sz="3000" b="1" u="none" strike="noStrike" kern="0" cap="none" spc="0" baseline="0" dirty="0" err="1">
                <a:solidFill>
                  <a:srgbClr val="C9394A"/>
                </a:solidFill>
                <a:latin typeface="微软雅黑" panose="020B0503020204020204" charset="-122"/>
                <a:ea typeface="微软雅黑" panose="020B0503020204020204" charset="-122"/>
                <a:cs typeface="微软雅黑" panose="020B0503020204020204" charset="-122"/>
              </a:rPr>
              <a:t>简介</a:t>
            </a:r>
            <a:endParaRPr lang="zh-CN" altLang="en-US" sz="3000" b="1" u="none" strike="noStrike" kern="0" cap="none" spc="0" baseline="0" dirty="0" err="1">
              <a:solidFill>
                <a:srgbClr val="C9394A"/>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additive="base">
                                        <p:cTn id="7" dur="500" fill="hold"/>
                                        <p:tgtEl>
                                          <p:spTgt spid="15"/>
                                        </p:tgtEl>
                                        <p:attrNameLst>
                                          <p:attrName>ppt_x</p:attrName>
                                        </p:attrNameLst>
                                      </p:cBhvr>
                                      <p:tavLst>
                                        <p:tav tm="0">
                                          <p:val>
                                            <p:strVal val="#ppt_x"/>
                                          </p:val>
                                        </p:tav>
                                        <p:tav tm="100000">
                                          <p:val>
                                            <p:strVal val="#ppt_x"/>
                                          </p:val>
                                        </p:tav>
                                      </p:tavLst>
                                    </p:anim>
                                    <p:anim calcmode="lin" valueType="num">
                                      <p:cBhvr additive="base">
                                        <p:cTn id="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anim calcmode="lin" valueType="num">
                                      <p:cBhvr additive="base">
                                        <p:cTn id="13" dur="500" fill="hold"/>
                                        <p:tgtEl>
                                          <p:spTgt spid="14"/>
                                        </p:tgtEl>
                                        <p:attrNameLst>
                                          <p:attrName>ppt_x</p:attrName>
                                        </p:attrNameLst>
                                      </p:cBhvr>
                                      <p:tavLst>
                                        <p:tav tm="0">
                                          <p:val>
                                            <p:strVal val="#ppt_x"/>
                                          </p:val>
                                        </p:tav>
                                        <p:tav tm="100000">
                                          <p:val>
                                            <p:strVal val="#ppt_x"/>
                                          </p:val>
                                        </p:tav>
                                      </p:tavLst>
                                    </p:anim>
                                    <p:anim calcmode="lin" valueType="num">
                                      <p:cBhvr additive="base">
                                        <p:cTn id="14"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anim calcmode="lin" valueType="num">
                                      <p:cBhvr additive="base">
                                        <p:cTn id="19" dur="500" fill="hold"/>
                                        <p:tgtEl>
                                          <p:spTgt spid="16"/>
                                        </p:tgtEl>
                                        <p:attrNameLst>
                                          <p:attrName>ppt_x</p:attrName>
                                        </p:attrNameLst>
                                      </p:cBhvr>
                                      <p:tavLst>
                                        <p:tav tm="0">
                                          <p:val>
                                            <p:strVal val="#ppt_x"/>
                                          </p:val>
                                        </p:tav>
                                        <p:tav tm="100000">
                                          <p:val>
                                            <p:strVal val="#ppt_x"/>
                                          </p:val>
                                        </p:tav>
                                      </p:tavLst>
                                    </p:anim>
                                    <p:anim calcmode="lin" valueType="num">
                                      <p:cBhvr additive="base">
                                        <p:cTn id="20" dur="500" fill="hold"/>
                                        <p:tgtEl>
                                          <p:spTgt spid="1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Lst>
  </p:timing>
</p:sld>
</file>

<file path=ppt/tags/tag1.xml><?xml version="1.0" encoding="utf-8"?>
<p:tagLst xmlns:p="http://schemas.openxmlformats.org/presentationml/2006/main">
  <p:tag name="commondata" val="eyJoZGlkIjoiY2E1M2Y4ODM2NmUzNGRiNjg5N2E5YzA1ZTMzNDNiNzYifQ=="/>
</p:tagLst>
</file>

<file path=ppt/theme/theme1.xml><?xml version="1.0" encoding="utf-8"?>
<a:theme xmlns:a="http://schemas.openxmlformats.org/drawingml/2006/main" name="讲师ppt模板20141215">
  <a:themeElements>
    <a:clrScheme name="讲师ppt模板20141215">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讲师ppt模板20141215">
      <a:majorFont>
        <a:latin typeface=""/>
        <a:ea typeface=""/>
        <a:cs typeface=""/>
      </a:majorFont>
      <a:minorFont>
        <a:latin typeface=""/>
        <a:ea typeface=""/>
        <a:cs typeface=""/>
      </a:minorFont>
    </a:fontScheme>
    <a:fmtScheme name="讲师ppt模板20141215">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讲师ppt模板20141215">
  <a:themeElements>
    <a:clrScheme name="讲师ppt模板20141215">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Angles">
      <a:majorFont>
        <a:latin typeface="Franklin Gothic Medium"/>
        <a:ea typeface=""/>
        <a:cs typeface=""/>
        <a:font script="Jpan" typeface="HG創英角ｺﾞｼｯｸUB"/>
        <a:font script="Hang" typeface="돋움"/>
        <a:font script="Hans" typeface="微软雅黑"/>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a:ea typeface=""/>
        <a:cs typeface=""/>
        <a:font script="Jpan" typeface="ＭＳ Ｐゴシック"/>
        <a:font script="Hang" typeface="맑은 고딕"/>
        <a:font script="Hans" typeface="隶书"/>
        <a:font script="Hant" typeface="新細明體"/>
        <a:font script="Arab" typeface="Arial"/>
        <a:font script="Hebr" typeface="Arial"/>
        <a:font script="Thai" typeface="Cord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讲师ppt模板20141215">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notesMaster1">
  <a:themeElements>
    <a:clrScheme name="notesMaster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notesMaster1">
      <a:majorFont>
        <a:latin typeface=""/>
        <a:ea typeface=""/>
        <a:cs typeface=""/>
      </a:majorFont>
      <a:minorFont>
        <a:latin typeface=""/>
        <a:ea typeface=""/>
        <a:cs typeface=""/>
      </a:minorFont>
    </a:fontScheme>
    <a:fmtScheme name="notesMaster1">
      <a:fillStyleLst>
        <a:solidFill>
          <a:schemeClr val="phClr"/>
        </a:solidFill>
        <a:gradFill/>
        <a:gradFill/>
      </a:fillStyleLst>
      <a:lnStyleLst>
        <a:ln/>
        <a:ln/>
        <a:ln/>
      </a:lnStyleLst>
      <a:effectStyleLst>
        <a:effectStyle>
          <a:effectLst/>
        </a:effectStyle>
        <a:effectStyle>
          <a:effectLst/>
        </a:effectStyle>
        <a:effectStyle>
          <a:effectLst/>
        </a:effectStyle>
      </a:effectStyleLst>
      <a:bgFillStyleLst>
        <a:solidFill>
          <a:schemeClr val="phClr"/>
        </a:solidFill>
        <a:gradFill/>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Normal.eit</Template>
  <TotalTime>0</TotalTime>
  <Words>746</Words>
  <Application>WPS 演示</Application>
  <PresentationFormat>On-screen Show (16:9)</PresentationFormat>
  <Paragraphs>42</Paragraphs>
  <Slides>6</Slides>
  <Notes>15</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6</vt:i4>
      </vt:variant>
    </vt:vector>
  </HeadingPairs>
  <TitlesOfParts>
    <vt:vector size="16" baseType="lpstr">
      <vt:lpstr>Arial</vt:lpstr>
      <vt:lpstr>宋体</vt:lpstr>
      <vt:lpstr>Wingdings</vt:lpstr>
      <vt:lpstr>Calibri</vt:lpstr>
      <vt:lpstr>Times New Roman</vt:lpstr>
      <vt:lpstr>微软雅黑</vt:lpstr>
      <vt:lpstr>Arial Unicode MS</vt:lpstr>
      <vt:lpstr>隶书</vt:lpstr>
      <vt:lpstr>讲师ppt模板20141215</vt:lpstr>
      <vt:lpstr>讲师ppt模板20141215</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open</dc:creator>
  <cp:lastModifiedBy>leo</cp:lastModifiedBy>
  <cp:revision>423</cp:revision>
  <dcterms:created xsi:type="dcterms:W3CDTF">2021-12-09T03:33:00Z</dcterms:created>
  <dcterms:modified xsi:type="dcterms:W3CDTF">2023-11-14T11:02:17Z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2052-12.1.0.15712</vt:lpwstr>
  </property>
  <property fmtid="{D5CDD505-2E9C-101B-9397-08002B2CF9AE}" pid="3" name="ICV">
    <vt:lpwstr>1C1D8E1F96934D7BAD455AC2147847AD</vt:lpwstr>
  </property>
</Properties>
</file>