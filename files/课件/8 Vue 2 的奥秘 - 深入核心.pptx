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75" r:id="rId4"/>
    <p:sldId id="362" r:id="rId5"/>
    <p:sldId id="366" r:id="rId7"/>
    <p:sldId id="313" r:id="rId8"/>
    <p:sldId id="363" r:id="rId9"/>
    <p:sldId id="348" r:id="rId10"/>
  </p:sldIdLst>
  <p:sldSz cx="9144000" cy="5143500" type="screen16x9"/>
  <p:notesSz cx="6858000" cy="9144000"/>
  <p:custDataLst>
    <p:tags r:id="rId14"/>
  </p:custDataLst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686" userDrawn="1">
          <p15:clr>
            <a:srgbClr val="A4A3A4"/>
          </p15:clr>
        </p15:guide>
        <p15:guide id="7" orient="horz" pos="941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394A"/>
    <a:srgbClr val="C94251"/>
    <a:srgbClr val="EB030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68" autoAdjust="0"/>
    <p:restoredTop sz="95788" autoAdjust="0"/>
  </p:normalViewPr>
  <p:slideViewPr>
    <p:cSldViewPr showGuides="1">
      <p:cViewPr varScale="1">
        <p:scale>
          <a:sx n="148" d="100"/>
          <a:sy n="148" d="100"/>
        </p:scale>
        <p:origin x="656" y="176"/>
      </p:cViewPr>
      <p:guideLst>
        <p:guide orient="horz" pos="712"/>
        <p:guide pos="2880"/>
        <p:guide orient="horz" pos="1620"/>
        <p:guide pos="612"/>
        <p:guide pos="839"/>
        <p:guide orient="horz" pos="2686"/>
        <p:guide orient="horz" pos="941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datetime1"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第五级</a:t>
            </a:r>
            <a:endParaRPr lang="zh-CN" altLang="en-US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  <a:endParaRPr lang="zh-CN" altLang="en-US">
              <a:sym typeface="Calibri" panose="020F0502020204030204" pitchFamily="34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  <a:endParaRPr lang="en-US" altLang="zh-CN">
              <a:sym typeface="Calibri" panose="020F0502020204030204" pitchFamily="34" charset="0"/>
            </a:endParaRP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  <a:endParaRPr lang="en-US" altLang="zh-CN">
              <a:sym typeface="Calibri" panose="020F0502020204030204" pitchFamily="34" charset="0"/>
            </a:endParaRP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  <a:endParaRPr lang="en-US" altLang="zh-CN">
              <a:sym typeface="Calibri" panose="020F0502020204030204" pitchFamily="34" charset="0"/>
            </a:endParaRP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  <a:endParaRPr lang="en-US" altLang="zh-CN">
              <a:sym typeface="Calibri" panose="020F0502020204030204" pitchFamily="34" charset="0"/>
            </a:endParaRP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  <a:endParaRPr lang="zh-CN" altLang="en-US"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2000" b="1">
          <a:solidFill>
            <a:srgbClr val="47474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2000" b="1">
          <a:solidFill>
            <a:srgbClr val="47474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0" y="2283718"/>
            <a:ext cx="914400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Vue 2 的奥秘 - 深入核心</a:t>
            </a:r>
            <a:endParaRPr lang="zh-CN" altLang="en-US" sz="3000" b="1" kern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/>
          <p:nvPr/>
        </p:nvSpPr>
        <p:spPr>
          <a:xfrm>
            <a:off x="542925" y="2725103"/>
            <a:ext cx="8062595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数据绑定、事件处理与方法、计算属性。</a:t>
            </a:r>
            <a:endParaRPr lang="zh-CN" sz="200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750" y="1493203"/>
            <a:ext cx="8065770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</a:t>
            </a:r>
            <a:r>
              <a:rPr 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Render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函数、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Vue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的组件结构。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070" y="3957321"/>
            <a:ext cx="8074025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生命周期、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路由。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718561" y="577890"/>
            <a:ext cx="170688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zh-CN" sz="3000" b="1" u="none" strike="noStrike" kern="0" cap="none" spc="0" baseline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本章导学</a:t>
            </a:r>
            <a:endParaRPr lang="zh-CN" sz="3000" b="1" u="none" strike="noStrike" kern="0" cap="none" spc="0" baseline="0" dirty="0" err="1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/>
          <p:nvPr/>
        </p:nvSpPr>
        <p:spPr>
          <a:xfrm>
            <a:off x="542925" y="2571115"/>
            <a:ext cx="8062595" cy="70675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组件化开发：组件化开发使得代码更加模块化、可复用，也更易于维护。</a:t>
            </a:r>
            <a:endParaRPr lang="zh-CN" sz="200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750" y="1493203"/>
            <a:ext cx="8065770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</a:t>
            </a:r>
            <a:r>
              <a:rPr 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：组件化开发、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响应式数据绑定与</a:t>
            </a: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070" y="3803333"/>
            <a:ext cx="8074025" cy="70675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响应式数据绑定与</a:t>
            </a: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：当数据发生变化时，相关的视图会自动更新，同时结合虚拟</a:t>
            </a:r>
            <a:r>
              <a:rPr lang="en-US" alt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DOM</a:t>
            </a: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提高渲染效率。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98521" y="577890"/>
            <a:ext cx="234696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VUE2</a:t>
            </a:r>
            <a:r>
              <a:rPr lang="zh-CN" altLang="en-US" sz="3000" b="1" u="none" strike="noStrike" kern="0" cap="none" spc="0" baseline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</a:t>
            </a:r>
            <a:endParaRPr lang="zh-CN" altLang="en-US" sz="3000" b="1" u="none" strike="noStrike" kern="0" cap="none" spc="0" baseline="0" dirty="0" err="1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/>
          <p:nvPr/>
        </p:nvSpPr>
        <p:spPr>
          <a:xfrm>
            <a:off x="3528061" y="577890"/>
            <a:ext cx="208788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zh-CN" sz="3000" b="1" u="none" strike="noStrike" kern="0" cap="none" spc="0" baseline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组件化开发</a:t>
            </a:r>
            <a:endParaRPr lang="zh-CN" sz="3000" b="1" u="none" strike="noStrike" kern="0" cap="none" spc="0" baseline="0" dirty="0" err="1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260" r="657"/>
          <a:stretch>
            <a:fillRect/>
          </a:stretch>
        </p:blipFill>
        <p:spPr>
          <a:xfrm>
            <a:off x="251460" y="1402715"/>
            <a:ext cx="6192520" cy="3384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52552"/>
          <a:stretch>
            <a:fillRect/>
          </a:stretch>
        </p:blipFill>
        <p:spPr>
          <a:xfrm>
            <a:off x="6516370" y="1402715"/>
            <a:ext cx="2160270" cy="3401060"/>
          </a:xfrm>
          <a:prstGeom prst="rect">
            <a:avLst/>
          </a:prstGeom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79705" y="1303020"/>
            <a:ext cx="6336665" cy="7200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9705" y="2067560"/>
            <a:ext cx="6337300" cy="28155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588760" y="1303020"/>
            <a:ext cx="2317750" cy="35807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/>
          <p:nvPr/>
        </p:nvSpPr>
        <p:spPr>
          <a:xfrm>
            <a:off x="542925" y="2417128"/>
            <a:ext cx="8062595" cy="10147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（文档对象模型，Document Object Model）：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提供了修改文档的接口，开发者可以使用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Javascript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去访问、更新、删除文档的各个部分。</a:t>
            </a:r>
            <a:endParaRPr lang="en-US" altLang="zh-CN" sz="200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750" y="1493203"/>
            <a:ext cx="8065770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前端页面其实是一个树形结构的文档（</a:t>
            </a:r>
            <a:r>
              <a:rPr lang="en-US" alt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文档）。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070" y="3649346"/>
            <a:ext cx="8074025" cy="10147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：是一种在内存中以 JavaScript 对象的形式表示真实 DOM 结构的概念。当页面状态变化时，虚拟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先修改，后通过比对算法，仅将变化的内容批量更新到真实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596958" y="577890"/>
            <a:ext cx="1950085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</a:t>
            </a:r>
            <a:r>
              <a:rPr lang="en-US" altLang="zh-CN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endParaRPr lang="zh-CN" altLang="en-US" sz="3000" b="1" u="none" strike="noStrike" kern="0" cap="none" spc="0" baseline="0" dirty="0" err="1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/>
          <p:nvPr/>
        </p:nvSpPr>
        <p:spPr>
          <a:xfrm>
            <a:off x="542925" y="2724785"/>
            <a:ext cx="8060055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VUE2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中，响应式数据绑定基于数据劫持实现。</a:t>
            </a:r>
            <a:endParaRPr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750" y="1493203"/>
            <a:ext cx="8154670" cy="39878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sz="2000" u="none" strike="noStrike" kern="1200" cap="none" spc="0" baseline="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响应式数据绑定：</a:t>
            </a:r>
            <a:r>
              <a:rPr 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当数据发生变化时，相关的视图会自动更新。</a:t>
            </a:r>
            <a:endParaRPr lang="zh-CN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070" y="3803015"/>
            <a:ext cx="8042275" cy="70675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数据劫持的主要目的是在访问或修改对象的属性时，拦截这些操作，以便在发生变化时通知相关的视图进行更新。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147061" y="577890"/>
            <a:ext cx="284988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响应式数据绑定</a:t>
            </a:r>
            <a:endParaRPr lang="zh-CN" altLang="en-US" sz="3000" b="1" u="none" strike="noStrike" kern="0" cap="none" spc="0" baseline="0" dirty="0" err="1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tags/tag1.xml><?xml version="1.0" encoding="utf-8"?>
<p:tagLst xmlns:p="http://schemas.openxmlformats.org/presentationml/2006/main">
  <p:tag name="commondata" val="eyJoZGlkIjoiY2E1M2Y4ODM2NmUzNGRiNjg5N2E5YzA1ZTMzNDNiNzYifQ=="/>
</p:tagLst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0</TotalTime>
  <Words>512</Words>
  <Application>WPS 演示</Application>
  <PresentationFormat>On-screen Show (16:9)</PresentationFormat>
  <Paragraphs>36</Paragraphs>
  <Slides>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Times New Roman</vt:lpstr>
      <vt:lpstr>微软雅黑</vt:lpstr>
      <vt:lpstr>Arial Unicode MS</vt:lpstr>
      <vt:lpstr>Franklin Gothic Book</vt:lpstr>
      <vt:lpstr>隶书</vt:lpstr>
      <vt:lpstr>讲师ppt模板20141215</vt:lpstr>
      <vt:lpstr>讲师ppt模板20141215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leo</cp:lastModifiedBy>
  <cp:revision>476</cp:revision>
  <dcterms:created xsi:type="dcterms:W3CDTF">2021-12-09T03:33:00Z</dcterms:created>
  <dcterms:modified xsi:type="dcterms:W3CDTF">2023-11-20T11:49:09Z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1C1D8E1F96934D7BAD455AC2147847AD</vt:lpwstr>
  </property>
</Properties>
</file>